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47" r:id="rId5"/>
  </p:sldMasterIdLst>
  <p:notesMasterIdLst>
    <p:notesMasterId r:id="rId11"/>
  </p:notesMasterIdLst>
  <p:handoutMasterIdLst>
    <p:handoutMasterId r:id="rId12"/>
  </p:handoutMasterIdLst>
  <p:sldIdLst>
    <p:sldId id="2147375745" r:id="rId6"/>
    <p:sldId id="2147375742" r:id="rId7"/>
    <p:sldId id="3514" r:id="rId8"/>
    <p:sldId id="2147483625" r:id="rId9"/>
    <p:sldId id="2147375743" r:id="rId10"/>
  </p:sldIdLst>
  <p:sldSz cx="9144000" cy="5143500" type="screen16x9"/>
  <p:notesSz cx="9601200" cy="73152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950A58-337E-4D00-99F1-B12433FD88D2}">
          <p14:sldIdLst>
            <p14:sldId id="2147375745"/>
            <p14:sldId id="2147375742"/>
            <p14:sldId id="3514"/>
            <p14:sldId id="2147483625"/>
            <p14:sldId id="2147375743"/>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a:srgbClr val="000033"/>
    <a:srgbClr val="96A7B8"/>
    <a:srgbClr val="6A7F90"/>
    <a:srgbClr val="8F9EB0"/>
    <a:srgbClr val="8895A8"/>
    <a:srgbClr val="92A6C0"/>
    <a:srgbClr val="8A9EB5"/>
    <a:srgbClr val="7F91A6"/>
    <a:srgbClr val="7582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B50A26-047C-4619-9444-1C7F7D76BC7F}" v="1" dt="2026-04-21T17:51:04.921"/>
    <p1510:client id="{ED21253E-A8E0-418D-922B-A7FA223541FB}" v="28" dt="2026-04-21T20:01:17.374"/>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77494" autoAdjust="0"/>
  </p:normalViewPr>
  <p:slideViewPr>
    <p:cSldViewPr snapToGrid="0">
      <p:cViewPr varScale="1">
        <p:scale>
          <a:sx n="76" d="100"/>
          <a:sy n="76" d="100"/>
        </p:scale>
        <p:origin x="1036" y="48"/>
      </p:cViewPr>
      <p:guideLst>
        <p:guide orient="horz" pos="1620"/>
        <p:guide pos="2880"/>
      </p:guideLst>
    </p:cSldViewPr>
  </p:slideViewPr>
  <p:notesTextViewPr>
    <p:cViewPr>
      <p:scale>
        <a:sx n="200" d="100"/>
        <a:sy n="2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Nelson" userId="9cab13e00a8b59af" providerId="LiveId" clId="{26617BD1-14DD-45C5-8EC9-257AD1AE2980}"/>
    <pc:docChg chg="undo custSel addSld delSld modSld sldOrd modMainMaster addSection delSection modSection modNotesMaster modHandout">
      <pc:chgData name="Scott Nelson" userId="9cab13e00a8b59af" providerId="LiveId" clId="{26617BD1-14DD-45C5-8EC9-257AD1AE2980}" dt="2026-04-22T13:36:55.391" v="7358" actId="113"/>
      <pc:docMkLst>
        <pc:docMk/>
      </pc:docMkLst>
      <pc:sldChg chg="addSp modSp del">
        <pc:chgData name="Scott Nelson" userId="9cab13e00a8b59af" providerId="LiveId" clId="{26617BD1-14DD-45C5-8EC9-257AD1AE2980}" dt="2026-04-21T19:39:22.795" v="7209" actId="47"/>
        <pc:sldMkLst>
          <pc:docMk/>
          <pc:sldMk cId="1761943822" sldId="256"/>
        </pc:sldMkLst>
        <pc:graphicFrameChg chg="add mod">
          <ac:chgData name="Scott Nelson" userId="9cab13e00a8b59af" providerId="LiveId" clId="{26617BD1-14DD-45C5-8EC9-257AD1AE2980}" dt="2026-04-21T19:36:59.010" v="7194"/>
          <ac:graphicFrameMkLst>
            <pc:docMk/>
            <pc:sldMk cId="1761943822" sldId="256"/>
            <ac:graphicFrameMk id="3" creationId="{C058CC4E-E711-1FED-D64C-17B26FF8B462}"/>
          </ac:graphicFrameMkLst>
        </pc:graphicFrameChg>
      </pc:sldChg>
      <pc:sldChg chg="del">
        <pc:chgData name="Scott Nelson" userId="9cab13e00a8b59af" providerId="LiveId" clId="{26617BD1-14DD-45C5-8EC9-257AD1AE2980}" dt="2026-04-21T19:43:28.279" v="7228" actId="47"/>
        <pc:sldMkLst>
          <pc:docMk/>
          <pc:sldMk cId="3553485733" sldId="3498"/>
        </pc:sldMkLst>
      </pc:sldChg>
      <pc:sldChg chg="addSp delSp modSp mod">
        <pc:chgData name="Scott Nelson" userId="9cab13e00a8b59af" providerId="LiveId" clId="{26617BD1-14DD-45C5-8EC9-257AD1AE2980}" dt="2026-04-21T19:39:35.941" v="7210"/>
        <pc:sldMkLst>
          <pc:docMk/>
          <pc:sldMk cId="3181154340" sldId="3514"/>
        </pc:sldMkLst>
        <pc:spChg chg="mod">
          <ac:chgData name="Scott Nelson" userId="9cab13e00a8b59af" providerId="LiveId" clId="{26617BD1-14DD-45C5-8EC9-257AD1AE2980}" dt="2026-04-21T19:39:35.941" v="7210"/>
          <ac:spMkLst>
            <pc:docMk/>
            <pc:sldMk cId="3181154340" sldId="3514"/>
            <ac:spMk id="2" creationId="{925725B9-ABBF-56B9-31F3-D1EFBE354C8C}"/>
          </ac:spMkLst>
        </pc:spChg>
        <pc:spChg chg="del mod">
          <ac:chgData name="Scott Nelson" userId="9cab13e00a8b59af" providerId="LiveId" clId="{26617BD1-14DD-45C5-8EC9-257AD1AE2980}" dt="2026-04-21T19:37:54.087" v="7200" actId="478"/>
          <ac:spMkLst>
            <pc:docMk/>
            <pc:sldMk cId="3181154340" sldId="3514"/>
            <ac:spMk id="3" creationId="{BAB245B1-8FB5-AC80-BA97-2B357F9F8338}"/>
          </ac:spMkLst>
        </pc:spChg>
        <pc:spChg chg="add mod">
          <ac:chgData name="Scott Nelson" userId="9cab13e00a8b59af" providerId="LiveId" clId="{26617BD1-14DD-45C5-8EC9-257AD1AE2980}" dt="2026-04-21T19:38:59.003" v="7207"/>
          <ac:spMkLst>
            <pc:docMk/>
            <pc:sldMk cId="3181154340" sldId="3514"/>
            <ac:spMk id="7" creationId="{370698FE-838F-C4FA-8678-04FD2D2D04F1}"/>
          </ac:spMkLst>
        </pc:spChg>
        <pc:spChg chg="add mod">
          <ac:chgData name="Scott Nelson" userId="9cab13e00a8b59af" providerId="LiveId" clId="{26617BD1-14DD-45C5-8EC9-257AD1AE2980}" dt="2026-04-21T19:38:59.003" v="7207"/>
          <ac:spMkLst>
            <pc:docMk/>
            <pc:sldMk cId="3181154340" sldId="3514"/>
            <ac:spMk id="9" creationId="{CC2284EB-4335-FA02-2782-6D9560EA86D3}"/>
          </ac:spMkLst>
        </pc:spChg>
        <pc:spChg chg="add mod">
          <ac:chgData name="Scott Nelson" userId="9cab13e00a8b59af" providerId="LiveId" clId="{26617BD1-14DD-45C5-8EC9-257AD1AE2980}" dt="2026-04-21T19:38:59.003" v="7207"/>
          <ac:spMkLst>
            <pc:docMk/>
            <pc:sldMk cId="3181154340" sldId="3514"/>
            <ac:spMk id="14" creationId="{21141D71-7085-00C9-FAD5-6F2CBEBFB507}"/>
          </ac:spMkLst>
        </pc:spChg>
        <pc:spChg chg="mod">
          <ac:chgData name="Scott Nelson" userId="9cab13e00a8b59af" providerId="LiveId" clId="{26617BD1-14DD-45C5-8EC9-257AD1AE2980}" dt="2026-04-21T19:38:59.003" v="7207"/>
          <ac:spMkLst>
            <pc:docMk/>
            <pc:sldMk cId="3181154340" sldId="3514"/>
            <ac:spMk id="16" creationId="{E2D4FAE6-3DB8-59A1-711A-7925E6DC40E6}"/>
          </ac:spMkLst>
        </pc:spChg>
        <pc:spChg chg="add mod">
          <ac:chgData name="Scott Nelson" userId="9cab13e00a8b59af" providerId="LiveId" clId="{26617BD1-14DD-45C5-8EC9-257AD1AE2980}" dt="2026-04-21T19:38:59.003" v="7207"/>
          <ac:spMkLst>
            <pc:docMk/>
            <pc:sldMk cId="3181154340" sldId="3514"/>
            <ac:spMk id="18" creationId="{A9159930-A48F-C1EA-1DB3-6CB3B3EBA33C}"/>
          </ac:spMkLst>
        </pc:spChg>
        <pc:spChg chg="add mod">
          <ac:chgData name="Scott Nelson" userId="9cab13e00a8b59af" providerId="LiveId" clId="{26617BD1-14DD-45C5-8EC9-257AD1AE2980}" dt="2026-04-21T19:38:59.003" v="7207"/>
          <ac:spMkLst>
            <pc:docMk/>
            <pc:sldMk cId="3181154340" sldId="3514"/>
            <ac:spMk id="34" creationId="{F108DB01-546A-1BBB-E49D-510A949A10DB}"/>
          </ac:spMkLst>
        </pc:spChg>
        <pc:spChg chg="add mod">
          <ac:chgData name="Scott Nelson" userId="9cab13e00a8b59af" providerId="LiveId" clId="{26617BD1-14DD-45C5-8EC9-257AD1AE2980}" dt="2026-04-21T19:38:59.003" v="7207"/>
          <ac:spMkLst>
            <pc:docMk/>
            <pc:sldMk cId="3181154340" sldId="3514"/>
            <ac:spMk id="35" creationId="{F64F0111-964F-40C9-6564-C97A409BFF45}"/>
          </ac:spMkLst>
        </pc:spChg>
        <pc:spChg chg="add mod">
          <ac:chgData name="Scott Nelson" userId="9cab13e00a8b59af" providerId="LiveId" clId="{26617BD1-14DD-45C5-8EC9-257AD1AE2980}" dt="2026-04-21T19:38:59.003" v="7207"/>
          <ac:spMkLst>
            <pc:docMk/>
            <pc:sldMk cId="3181154340" sldId="3514"/>
            <ac:spMk id="41" creationId="{76C9B73B-62BA-943D-82CD-B25FCA137F1F}"/>
          </ac:spMkLst>
        </pc:spChg>
        <pc:spChg chg="add mod">
          <ac:chgData name="Scott Nelson" userId="9cab13e00a8b59af" providerId="LiveId" clId="{26617BD1-14DD-45C5-8EC9-257AD1AE2980}" dt="2026-04-21T19:38:59.003" v="7207"/>
          <ac:spMkLst>
            <pc:docMk/>
            <pc:sldMk cId="3181154340" sldId="3514"/>
            <ac:spMk id="52" creationId="{D9B4AA11-1E0B-0942-12E1-D8682EBCA6C7}"/>
          </ac:spMkLst>
        </pc:spChg>
        <pc:spChg chg="add mod">
          <ac:chgData name="Scott Nelson" userId="9cab13e00a8b59af" providerId="LiveId" clId="{26617BD1-14DD-45C5-8EC9-257AD1AE2980}" dt="2026-04-21T19:38:59.003" v="7207"/>
          <ac:spMkLst>
            <pc:docMk/>
            <pc:sldMk cId="3181154340" sldId="3514"/>
            <ac:spMk id="55" creationId="{0CB74FB4-87A5-30B1-5034-435ADCD1B24F}"/>
          </ac:spMkLst>
        </pc:spChg>
        <pc:spChg chg="add mod">
          <ac:chgData name="Scott Nelson" userId="9cab13e00a8b59af" providerId="LiveId" clId="{26617BD1-14DD-45C5-8EC9-257AD1AE2980}" dt="2026-04-21T19:39:12.022" v="7208"/>
          <ac:spMkLst>
            <pc:docMk/>
            <pc:sldMk cId="3181154340" sldId="3514"/>
            <ac:spMk id="56" creationId="{BC922C42-8295-2B8D-BC52-71924052589A}"/>
          </ac:spMkLst>
        </pc:spChg>
        <pc:spChg chg="add mod">
          <ac:chgData name="Scott Nelson" userId="9cab13e00a8b59af" providerId="LiveId" clId="{26617BD1-14DD-45C5-8EC9-257AD1AE2980}" dt="2026-04-21T19:39:12.022" v="7208"/>
          <ac:spMkLst>
            <pc:docMk/>
            <pc:sldMk cId="3181154340" sldId="3514"/>
            <ac:spMk id="60" creationId="{9CE51689-BD35-0F6E-B76E-0E9D26F5AB85}"/>
          </ac:spMkLst>
        </pc:spChg>
        <pc:spChg chg="mod">
          <ac:chgData name="Scott Nelson" userId="9cab13e00a8b59af" providerId="LiveId" clId="{26617BD1-14DD-45C5-8EC9-257AD1AE2980}" dt="2026-04-21T19:39:12.022" v="7208"/>
          <ac:spMkLst>
            <pc:docMk/>
            <pc:sldMk cId="3181154340" sldId="3514"/>
            <ac:spMk id="66" creationId="{4D0412BA-4485-C6FE-DACF-67ED3025F8A5}"/>
          </ac:spMkLst>
        </pc:spChg>
        <pc:spChg chg="mod">
          <ac:chgData name="Scott Nelson" userId="9cab13e00a8b59af" providerId="LiveId" clId="{26617BD1-14DD-45C5-8EC9-257AD1AE2980}" dt="2026-04-21T19:39:12.022" v="7208"/>
          <ac:spMkLst>
            <pc:docMk/>
            <pc:sldMk cId="3181154340" sldId="3514"/>
            <ac:spMk id="70" creationId="{01DE122B-D3F9-6B87-7522-4263D75AA63F}"/>
          </ac:spMkLst>
        </pc:spChg>
        <pc:spChg chg="mod">
          <ac:chgData name="Scott Nelson" userId="9cab13e00a8b59af" providerId="LiveId" clId="{26617BD1-14DD-45C5-8EC9-257AD1AE2980}" dt="2026-04-21T19:39:12.022" v="7208"/>
          <ac:spMkLst>
            <pc:docMk/>
            <pc:sldMk cId="3181154340" sldId="3514"/>
            <ac:spMk id="75" creationId="{EE5A06B3-0F10-01E2-4257-931C7C8F2386}"/>
          </ac:spMkLst>
        </pc:spChg>
        <pc:spChg chg="mod">
          <ac:chgData name="Scott Nelson" userId="9cab13e00a8b59af" providerId="LiveId" clId="{26617BD1-14DD-45C5-8EC9-257AD1AE2980}" dt="2026-04-21T19:39:12.022" v="7208"/>
          <ac:spMkLst>
            <pc:docMk/>
            <pc:sldMk cId="3181154340" sldId="3514"/>
            <ac:spMk id="78" creationId="{396C726F-FC5E-E4CE-DF2C-4347BB969241}"/>
          </ac:spMkLst>
        </pc:spChg>
        <pc:spChg chg="add mod">
          <ac:chgData name="Scott Nelson" userId="9cab13e00a8b59af" providerId="LiveId" clId="{26617BD1-14DD-45C5-8EC9-257AD1AE2980}" dt="2026-04-21T19:39:12.022" v="7208"/>
          <ac:spMkLst>
            <pc:docMk/>
            <pc:sldMk cId="3181154340" sldId="3514"/>
            <ac:spMk id="83" creationId="{F74C71B0-2538-0B0C-F2DB-08063E029DA2}"/>
          </ac:spMkLst>
        </pc:spChg>
        <pc:spChg chg="add mod">
          <ac:chgData name="Scott Nelson" userId="9cab13e00a8b59af" providerId="LiveId" clId="{26617BD1-14DD-45C5-8EC9-257AD1AE2980}" dt="2026-04-21T19:39:12.022" v="7208"/>
          <ac:spMkLst>
            <pc:docMk/>
            <pc:sldMk cId="3181154340" sldId="3514"/>
            <ac:spMk id="88" creationId="{0DD77826-8160-395B-C5EA-62D7263DF729}"/>
          </ac:spMkLst>
        </pc:spChg>
        <pc:spChg chg="add mod">
          <ac:chgData name="Scott Nelson" userId="9cab13e00a8b59af" providerId="LiveId" clId="{26617BD1-14DD-45C5-8EC9-257AD1AE2980}" dt="2026-04-21T19:39:12.022" v="7208"/>
          <ac:spMkLst>
            <pc:docMk/>
            <pc:sldMk cId="3181154340" sldId="3514"/>
            <ac:spMk id="91" creationId="{1CB94F74-E18A-3A77-A9CC-2BC38B8A30E0}"/>
          </ac:spMkLst>
        </pc:spChg>
        <pc:spChg chg="add mod">
          <ac:chgData name="Scott Nelson" userId="9cab13e00a8b59af" providerId="LiveId" clId="{26617BD1-14DD-45C5-8EC9-257AD1AE2980}" dt="2026-04-21T19:39:12.022" v="7208"/>
          <ac:spMkLst>
            <pc:docMk/>
            <pc:sldMk cId="3181154340" sldId="3514"/>
            <ac:spMk id="92" creationId="{06070A09-AC35-852D-0940-9F03FE713525}"/>
          </ac:spMkLst>
        </pc:spChg>
        <pc:picChg chg="add del mod">
          <ac:chgData name="Scott Nelson" userId="9cab13e00a8b59af" providerId="LiveId" clId="{26617BD1-14DD-45C5-8EC9-257AD1AE2980}" dt="2026-04-21T19:38:58.062" v="7206" actId="478"/>
          <ac:picMkLst>
            <pc:docMk/>
            <pc:sldMk cId="3181154340" sldId="3514"/>
            <ac:picMk id="5" creationId="{D8E0A104-694D-3318-0BB3-D5C51FFC4C6E}"/>
          </ac:picMkLst>
        </pc:picChg>
      </pc:sldChg>
      <pc:sldChg chg="modSp add del mod">
        <pc:chgData name="Scott Nelson" userId="9cab13e00a8b59af" providerId="LiveId" clId="{26617BD1-14DD-45C5-8EC9-257AD1AE2980}" dt="2026-04-21T19:43:26.635" v="7227" actId="47"/>
        <pc:sldMkLst>
          <pc:docMk/>
          <pc:sldMk cId="111798424" sldId="3515"/>
        </pc:sldMkLst>
        <pc:spChg chg="mod">
          <ac:chgData name="Scott Nelson" userId="9cab13e00a8b59af" providerId="LiveId" clId="{26617BD1-14DD-45C5-8EC9-257AD1AE2980}" dt="2026-04-21T18:05:39.951" v="7192" actId="20577"/>
          <ac:spMkLst>
            <pc:docMk/>
            <pc:sldMk cId="111798424" sldId="3515"/>
            <ac:spMk id="3" creationId="{1613EAB6-00E6-902D-F255-3C67D47A106C}"/>
          </ac:spMkLst>
        </pc:spChg>
      </pc:sldChg>
      <pc:sldChg chg="new del">
        <pc:chgData name="Scott Nelson" userId="9cab13e00a8b59af" providerId="LiveId" clId="{26617BD1-14DD-45C5-8EC9-257AD1AE2980}" dt="2026-04-21T19:38:00.533" v="7201" actId="2696"/>
        <pc:sldMkLst>
          <pc:docMk/>
          <pc:sldMk cId="1332920955" sldId="3516"/>
        </pc:sldMkLst>
      </pc:sldChg>
      <pc:sldChg chg="add del">
        <pc:chgData name="Scott Nelson" userId="9cab13e00a8b59af" providerId="LiveId" clId="{26617BD1-14DD-45C5-8EC9-257AD1AE2980}" dt="2026-04-21T19:43:25.642" v="7226" actId="47"/>
        <pc:sldMkLst>
          <pc:docMk/>
          <pc:sldMk cId="525917753" sldId="3517"/>
        </pc:sldMkLst>
      </pc:sldChg>
      <pc:sldChg chg="addSp delSp modSp add del ord">
        <pc:chgData name="Scott Nelson" userId="9cab13e00a8b59af" providerId="LiveId" clId="{26617BD1-14DD-45C5-8EC9-257AD1AE2980}" dt="2026-04-21T19:41:41.907" v="7219" actId="47"/>
        <pc:sldMkLst>
          <pc:docMk/>
          <pc:sldMk cId="391051096" sldId="3518"/>
        </pc:sldMkLst>
        <pc:spChg chg="add mod">
          <ac:chgData name="Scott Nelson" userId="9cab13e00a8b59af" providerId="LiveId" clId="{26617BD1-14DD-45C5-8EC9-257AD1AE2980}" dt="2026-04-21T19:40:48.196" v="7215"/>
          <ac:spMkLst>
            <pc:docMk/>
            <pc:sldMk cId="391051096" sldId="3518"/>
            <ac:spMk id="3" creationId="{D6654DE8-1499-D76F-FF2A-C4A3C05DF27C}"/>
          </ac:spMkLst>
        </pc:spChg>
        <pc:spChg chg="add mod">
          <ac:chgData name="Scott Nelson" userId="9cab13e00a8b59af" providerId="LiveId" clId="{26617BD1-14DD-45C5-8EC9-257AD1AE2980}" dt="2026-04-21T19:41:13.243" v="7217"/>
          <ac:spMkLst>
            <pc:docMk/>
            <pc:sldMk cId="391051096" sldId="3518"/>
            <ac:spMk id="5" creationId="{7FAB88DD-610F-2067-4665-AC1A32FE17BD}"/>
          </ac:spMkLst>
        </pc:spChg>
        <pc:spChg chg="del">
          <ac:chgData name="Scott Nelson" userId="9cab13e00a8b59af" providerId="LiveId" clId="{26617BD1-14DD-45C5-8EC9-257AD1AE2980}" dt="2026-04-21T19:40:47.302" v="7214" actId="478"/>
          <ac:spMkLst>
            <pc:docMk/>
            <pc:sldMk cId="391051096" sldId="3518"/>
            <ac:spMk id="56" creationId="{F87C432C-F0BA-863C-9475-0C918E1FC3DB}"/>
          </ac:spMkLst>
        </pc:spChg>
        <pc:spChg chg="del">
          <ac:chgData name="Scott Nelson" userId="9cab13e00a8b59af" providerId="LiveId" clId="{26617BD1-14DD-45C5-8EC9-257AD1AE2980}" dt="2026-04-21T19:40:47.302" v="7214" actId="478"/>
          <ac:spMkLst>
            <pc:docMk/>
            <pc:sldMk cId="391051096" sldId="3518"/>
            <ac:spMk id="57" creationId="{6C37BD2E-B3C7-118D-E067-AD705A9326B3}"/>
          </ac:spMkLst>
        </pc:spChg>
        <pc:spChg chg="del">
          <ac:chgData name="Scott Nelson" userId="9cab13e00a8b59af" providerId="LiveId" clId="{26617BD1-14DD-45C5-8EC9-257AD1AE2980}" dt="2026-04-21T19:40:47.302" v="7214" actId="478"/>
          <ac:spMkLst>
            <pc:docMk/>
            <pc:sldMk cId="391051096" sldId="3518"/>
            <ac:spMk id="61" creationId="{AA7A48AA-12D8-DB5D-68EA-5D8901519344}"/>
          </ac:spMkLst>
        </pc:spChg>
        <pc:spChg chg="del">
          <ac:chgData name="Scott Nelson" userId="9cab13e00a8b59af" providerId="LiveId" clId="{26617BD1-14DD-45C5-8EC9-257AD1AE2980}" dt="2026-04-21T19:40:47.302" v="7214" actId="478"/>
          <ac:spMkLst>
            <pc:docMk/>
            <pc:sldMk cId="391051096" sldId="3518"/>
            <ac:spMk id="62" creationId="{01E2BEC5-D750-DEFE-E468-E55FDE285C0F}"/>
          </ac:spMkLst>
        </pc:spChg>
        <pc:spChg chg="del">
          <ac:chgData name="Scott Nelson" userId="9cab13e00a8b59af" providerId="LiveId" clId="{26617BD1-14DD-45C5-8EC9-257AD1AE2980}" dt="2026-04-21T19:40:47.302" v="7214" actId="478"/>
          <ac:spMkLst>
            <pc:docMk/>
            <pc:sldMk cId="391051096" sldId="3518"/>
            <ac:spMk id="83" creationId="{C3C5C285-A3AB-B9BC-625E-F4DA9EE63DF1}"/>
          </ac:spMkLst>
        </pc:spChg>
        <pc:spChg chg="del">
          <ac:chgData name="Scott Nelson" userId="9cab13e00a8b59af" providerId="LiveId" clId="{26617BD1-14DD-45C5-8EC9-257AD1AE2980}" dt="2026-04-21T19:40:47.302" v="7214" actId="478"/>
          <ac:spMkLst>
            <pc:docMk/>
            <pc:sldMk cId="391051096" sldId="3518"/>
            <ac:spMk id="84" creationId="{0E7DEDBA-2660-AF3F-8724-25051138EC0F}"/>
          </ac:spMkLst>
        </pc:spChg>
        <pc:spChg chg="del">
          <ac:chgData name="Scott Nelson" userId="9cab13e00a8b59af" providerId="LiveId" clId="{26617BD1-14DD-45C5-8EC9-257AD1AE2980}" dt="2026-04-21T19:40:47.302" v="7214" actId="478"/>
          <ac:spMkLst>
            <pc:docMk/>
            <pc:sldMk cId="391051096" sldId="3518"/>
            <ac:spMk id="89" creationId="{7B0CA1AC-00E9-3E58-E356-6D5F3C9D1F65}"/>
          </ac:spMkLst>
        </pc:spChg>
        <pc:spChg chg="del">
          <ac:chgData name="Scott Nelson" userId="9cab13e00a8b59af" providerId="LiveId" clId="{26617BD1-14DD-45C5-8EC9-257AD1AE2980}" dt="2026-04-21T19:40:47.302" v="7214" actId="478"/>
          <ac:spMkLst>
            <pc:docMk/>
            <pc:sldMk cId="391051096" sldId="3518"/>
            <ac:spMk id="97" creationId="{C7D23959-90A2-6374-3D58-7A0DF1501D72}"/>
          </ac:spMkLst>
        </pc:spChg>
        <pc:spChg chg="del">
          <ac:chgData name="Scott Nelson" userId="9cab13e00a8b59af" providerId="LiveId" clId="{26617BD1-14DD-45C5-8EC9-257AD1AE2980}" dt="2026-04-21T19:40:47.302" v="7214" actId="478"/>
          <ac:spMkLst>
            <pc:docMk/>
            <pc:sldMk cId="391051096" sldId="3518"/>
            <ac:spMk id="101" creationId="{EFFA59B7-27F2-52B5-5BBA-3CC54CF29C7B}"/>
          </ac:spMkLst>
        </pc:spChg>
        <pc:spChg chg="del">
          <ac:chgData name="Scott Nelson" userId="9cab13e00a8b59af" providerId="LiveId" clId="{26617BD1-14DD-45C5-8EC9-257AD1AE2980}" dt="2026-04-21T19:40:47.302" v="7214" actId="478"/>
          <ac:spMkLst>
            <pc:docMk/>
            <pc:sldMk cId="391051096" sldId="3518"/>
            <ac:spMk id="105" creationId="{EED3006D-209A-8388-367D-69344C835031}"/>
          </ac:spMkLst>
        </pc:spChg>
        <pc:picChg chg="add mod">
          <ac:chgData name="Scott Nelson" userId="9cab13e00a8b59af" providerId="LiveId" clId="{26617BD1-14DD-45C5-8EC9-257AD1AE2980}" dt="2026-04-21T19:40:48.196" v="7215"/>
          <ac:picMkLst>
            <pc:docMk/>
            <pc:sldMk cId="391051096" sldId="3518"/>
            <ac:picMk id="4" creationId="{D4823156-9C82-E067-4BF7-01EDF9A55488}"/>
          </ac:picMkLst>
        </pc:picChg>
        <pc:picChg chg="add mod">
          <ac:chgData name="Scott Nelson" userId="9cab13e00a8b59af" providerId="LiveId" clId="{26617BD1-14DD-45C5-8EC9-257AD1AE2980}" dt="2026-04-21T19:41:10.267" v="7216"/>
          <ac:picMkLst>
            <pc:docMk/>
            <pc:sldMk cId="391051096" sldId="3518"/>
            <ac:picMk id="6" creationId="{7102D177-11CB-C4E0-62BB-A3EECF431737}"/>
          </ac:picMkLst>
        </pc:picChg>
      </pc:sldChg>
      <pc:sldChg chg="del">
        <pc:chgData name="Scott Nelson" userId="9cab13e00a8b59af" providerId="LiveId" clId="{26617BD1-14DD-45C5-8EC9-257AD1AE2980}" dt="2026-04-21T17:52:22.249" v="6885" actId="47"/>
        <pc:sldMkLst>
          <pc:docMk/>
          <pc:sldMk cId="2481258314" sldId="2076137757"/>
        </pc:sldMkLst>
      </pc:sldChg>
      <pc:sldChg chg="del">
        <pc:chgData name="Scott Nelson" userId="9cab13e00a8b59af" providerId="LiveId" clId="{26617BD1-14DD-45C5-8EC9-257AD1AE2980}" dt="2026-04-21T17:52:20.238" v="6884" actId="47"/>
        <pc:sldMkLst>
          <pc:docMk/>
          <pc:sldMk cId="412749265" sldId="2076137758"/>
        </pc:sldMkLst>
      </pc:sldChg>
      <pc:sldChg chg="addSp delSp modSp add del mod">
        <pc:chgData name="Scott Nelson" userId="9cab13e00a8b59af" providerId="LiveId" clId="{26617BD1-14DD-45C5-8EC9-257AD1AE2980}" dt="2026-04-21T17:52:07.629" v="6880" actId="47"/>
        <pc:sldMkLst>
          <pc:docMk/>
          <pc:sldMk cId="2923371958" sldId="2076137760"/>
        </pc:sldMkLst>
      </pc:sldChg>
      <pc:sldChg chg="delSp modSp add del mod">
        <pc:chgData name="Scott Nelson" userId="9cab13e00a8b59af" providerId="LiveId" clId="{26617BD1-14DD-45C5-8EC9-257AD1AE2980}" dt="2026-04-21T17:52:09.579" v="6881" actId="47"/>
        <pc:sldMkLst>
          <pc:docMk/>
          <pc:sldMk cId="2116491417" sldId="2076137761"/>
        </pc:sldMkLst>
      </pc:sldChg>
      <pc:sldChg chg="modSp add del mod ord">
        <pc:chgData name="Scott Nelson" userId="9cab13e00a8b59af" providerId="LiveId" clId="{26617BD1-14DD-45C5-8EC9-257AD1AE2980}" dt="2026-04-21T17:52:13.192" v="6882" actId="47"/>
        <pc:sldMkLst>
          <pc:docMk/>
          <pc:sldMk cId="1116324434" sldId="2076137762"/>
        </pc:sldMkLst>
      </pc:sldChg>
      <pc:sldChg chg="modSp add del mod">
        <pc:chgData name="Scott Nelson" userId="9cab13e00a8b59af" providerId="LiveId" clId="{26617BD1-14DD-45C5-8EC9-257AD1AE2980}" dt="2026-04-21T19:56:58.962" v="7243" actId="47"/>
        <pc:sldMkLst>
          <pc:docMk/>
          <pc:sldMk cId="2794285716" sldId="2147375717"/>
        </pc:sldMkLst>
        <pc:picChg chg="mod">
          <ac:chgData name="Scott Nelson" userId="9cab13e00a8b59af" providerId="LiveId" clId="{26617BD1-14DD-45C5-8EC9-257AD1AE2980}" dt="2026-04-21T19:50:30.050" v="7236" actId="26606"/>
          <ac:picMkLst>
            <pc:docMk/>
            <pc:sldMk cId="2794285716" sldId="2147375717"/>
            <ac:picMk id="9" creationId="{62903A8E-5F35-F792-9981-F8E39A1D7D5A}"/>
          </ac:picMkLst>
        </pc:picChg>
      </pc:sldChg>
      <pc:sldChg chg="addSp add del mod ord">
        <pc:chgData name="Scott Nelson" userId="9cab13e00a8b59af" providerId="LiveId" clId="{26617BD1-14DD-45C5-8EC9-257AD1AE2980}" dt="2026-04-21T20:09:35.532" v="7323" actId="26606"/>
        <pc:sldMkLst>
          <pc:docMk/>
          <pc:sldMk cId="942895992" sldId="2147375742"/>
        </pc:sldMkLst>
        <pc:picChg chg="add">
          <ac:chgData name="Scott Nelson" userId="9cab13e00a8b59af" providerId="LiveId" clId="{26617BD1-14DD-45C5-8EC9-257AD1AE2980}" dt="2026-04-21T20:09:35.532" v="7323" actId="26606"/>
          <ac:picMkLst>
            <pc:docMk/>
            <pc:sldMk cId="942895992" sldId="2147375742"/>
            <ac:picMk id="73" creationId="{00000000-0000-0000-0000-000000000000}"/>
          </ac:picMkLst>
        </pc:picChg>
      </pc:sldChg>
      <pc:sldChg chg="addSp delSp add mod ord">
        <pc:chgData name="Scott Nelson" userId="9cab13e00a8b59af" providerId="LiveId" clId="{26617BD1-14DD-45C5-8EC9-257AD1AE2980}" dt="2026-04-21T20:42:56.157" v="7339"/>
        <pc:sldMkLst>
          <pc:docMk/>
          <pc:sldMk cId="2174232257" sldId="2147375743"/>
        </pc:sldMkLst>
        <pc:picChg chg="add del">
          <ac:chgData name="Scott Nelson" userId="9cab13e00a8b59af" providerId="LiveId" clId="{26617BD1-14DD-45C5-8EC9-257AD1AE2980}" dt="2026-04-21T19:51:57.028" v="7241" actId="22"/>
          <ac:picMkLst>
            <pc:docMk/>
            <pc:sldMk cId="2174232257" sldId="2147375743"/>
            <ac:picMk id="11" creationId="{6118E46A-FC03-CBAD-F6CC-9D1E6E5F0757}"/>
          </ac:picMkLst>
        </pc:picChg>
      </pc:sldChg>
      <pc:sldChg chg="add del">
        <pc:chgData name="Scott Nelson" userId="9cab13e00a8b59af" providerId="LiveId" clId="{26617BD1-14DD-45C5-8EC9-257AD1AE2980}" dt="2026-04-21T19:43:16.444" v="7222" actId="47"/>
        <pc:sldMkLst>
          <pc:docMk/>
          <pc:sldMk cId="249500898" sldId="2147375744"/>
        </pc:sldMkLst>
      </pc:sldChg>
      <pc:sldChg chg="addSp delSp modSp add del mod ord">
        <pc:chgData name="Scott Nelson" userId="9cab13e00a8b59af" providerId="LiveId" clId="{26617BD1-14DD-45C5-8EC9-257AD1AE2980}" dt="2026-04-21T19:57:14.103" v="7246" actId="47"/>
        <pc:sldMkLst>
          <pc:docMk/>
          <pc:sldMk cId="3609221894" sldId="2147375744"/>
        </pc:sldMkLst>
        <pc:spChg chg="add mod">
          <ac:chgData name="Scott Nelson" userId="9cab13e00a8b59af" providerId="LiveId" clId="{26617BD1-14DD-45C5-8EC9-257AD1AE2980}" dt="2026-04-21T19:45:35.261" v="7230"/>
          <ac:spMkLst>
            <pc:docMk/>
            <pc:sldMk cId="3609221894" sldId="2147375744"/>
            <ac:spMk id="3" creationId="{B3297557-76A2-FCDE-BC49-111266AF8A3C}"/>
          </ac:spMkLst>
        </pc:spChg>
        <pc:spChg chg="add mod">
          <ac:chgData name="Scott Nelson" userId="9cab13e00a8b59af" providerId="LiveId" clId="{26617BD1-14DD-45C5-8EC9-257AD1AE2980}" dt="2026-04-21T19:45:35.261" v="7230"/>
          <ac:spMkLst>
            <pc:docMk/>
            <pc:sldMk cId="3609221894" sldId="2147375744"/>
            <ac:spMk id="4" creationId="{51401A19-F509-720C-EFD1-22A92F3A6CCA}"/>
          </ac:spMkLst>
        </pc:spChg>
        <pc:spChg chg="add mod">
          <ac:chgData name="Scott Nelson" userId="9cab13e00a8b59af" providerId="LiveId" clId="{26617BD1-14DD-45C5-8EC9-257AD1AE2980}" dt="2026-04-21T19:45:35.261" v="7230"/>
          <ac:spMkLst>
            <pc:docMk/>
            <pc:sldMk cId="3609221894" sldId="2147375744"/>
            <ac:spMk id="5" creationId="{15F5FBED-0D3A-3B65-D3BA-4EFE450E7EEC}"/>
          </ac:spMkLst>
        </pc:spChg>
        <pc:spChg chg="add mod">
          <ac:chgData name="Scott Nelson" userId="9cab13e00a8b59af" providerId="LiveId" clId="{26617BD1-14DD-45C5-8EC9-257AD1AE2980}" dt="2026-04-21T19:45:35.261" v="7230"/>
          <ac:spMkLst>
            <pc:docMk/>
            <pc:sldMk cId="3609221894" sldId="2147375744"/>
            <ac:spMk id="6" creationId="{182170ED-1362-53C7-385B-4714DA0BDFB0}"/>
          </ac:spMkLst>
        </pc:spChg>
        <pc:spChg chg="add mod">
          <ac:chgData name="Scott Nelson" userId="9cab13e00a8b59af" providerId="LiveId" clId="{26617BD1-14DD-45C5-8EC9-257AD1AE2980}" dt="2026-04-21T19:45:35.261" v="7230"/>
          <ac:spMkLst>
            <pc:docMk/>
            <pc:sldMk cId="3609221894" sldId="2147375744"/>
            <ac:spMk id="7" creationId="{625C0002-CC04-D8BD-6960-D34765211A2C}"/>
          </ac:spMkLst>
        </pc:spChg>
        <pc:spChg chg="add mod">
          <ac:chgData name="Scott Nelson" userId="9cab13e00a8b59af" providerId="LiveId" clId="{26617BD1-14DD-45C5-8EC9-257AD1AE2980}" dt="2026-04-21T19:46:53.374" v="7233"/>
          <ac:spMkLst>
            <pc:docMk/>
            <pc:sldMk cId="3609221894" sldId="2147375744"/>
            <ac:spMk id="10" creationId="{4B1F1424-A1A5-7C62-062B-5D4D682A64DE}"/>
          </ac:spMkLst>
        </pc:spChg>
        <pc:spChg chg="add mod">
          <ac:chgData name="Scott Nelson" userId="9cab13e00a8b59af" providerId="LiveId" clId="{26617BD1-14DD-45C5-8EC9-257AD1AE2980}" dt="2026-04-21T19:46:53.374" v="7233"/>
          <ac:spMkLst>
            <pc:docMk/>
            <pc:sldMk cId="3609221894" sldId="2147375744"/>
            <ac:spMk id="11" creationId="{2BB31352-3E71-C8A4-FA58-1A227353A05C}"/>
          </ac:spMkLst>
        </pc:spChg>
        <pc:spChg chg="add mod">
          <ac:chgData name="Scott Nelson" userId="9cab13e00a8b59af" providerId="LiveId" clId="{26617BD1-14DD-45C5-8EC9-257AD1AE2980}" dt="2026-04-21T19:46:53.374" v="7233"/>
          <ac:spMkLst>
            <pc:docMk/>
            <pc:sldMk cId="3609221894" sldId="2147375744"/>
            <ac:spMk id="12" creationId="{A1E6247E-8EE6-5506-8FA1-D27BFDB20050}"/>
          </ac:spMkLst>
        </pc:spChg>
        <pc:spChg chg="add mod">
          <ac:chgData name="Scott Nelson" userId="9cab13e00a8b59af" providerId="LiveId" clId="{26617BD1-14DD-45C5-8EC9-257AD1AE2980}" dt="2026-04-21T19:46:53.374" v="7233"/>
          <ac:spMkLst>
            <pc:docMk/>
            <pc:sldMk cId="3609221894" sldId="2147375744"/>
            <ac:spMk id="13" creationId="{9B1D28C9-8C10-1CC6-E409-442A58B11B7A}"/>
          </ac:spMkLst>
        </pc:spChg>
        <pc:spChg chg="del">
          <ac:chgData name="Scott Nelson" userId="9cab13e00a8b59af" providerId="LiveId" clId="{26617BD1-14DD-45C5-8EC9-257AD1AE2980}" dt="2026-04-21T19:45:24.740" v="7229" actId="478"/>
          <ac:spMkLst>
            <pc:docMk/>
            <pc:sldMk cId="3609221894" sldId="2147375744"/>
            <ac:spMk id="56" creationId="{3EDF4CDF-EAF3-7F68-316E-6F1399AD956F}"/>
          </ac:spMkLst>
        </pc:spChg>
        <pc:spChg chg="del">
          <ac:chgData name="Scott Nelson" userId="9cab13e00a8b59af" providerId="LiveId" clId="{26617BD1-14DD-45C5-8EC9-257AD1AE2980}" dt="2026-04-21T19:45:24.740" v="7229" actId="478"/>
          <ac:spMkLst>
            <pc:docMk/>
            <pc:sldMk cId="3609221894" sldId="2147375744"/>
            <ac:spMk id="57" creationId="{CB5297EE-1CF2-21C1-7A2E-3D8CFB7849FF}"/>
          </ac:spMkLst>
        </pc:spChg>
        <pc:spChg chg="del">
          <ac:chgData name="Scott Nelson" userId="9cab13e00a8b59af" providerId="LiveId" clId="{26617BD1-14DD-45C5-8EC9-257AD1AE2980}" dt="2026-04-21T19:45:24.740" v="7229" actId="478"/>
          <ac:spMkLst>
            <pc:docMk/>
            <pc:sldMk cId="3609221894" sldId="2147375744"/>
            <ac:spMk id="60" creationId="{9DFA1A1A-E815-A7DE-7CA5-EDE3F8036C69}"/>
          </ac:spMkLst>
        </pc:spChg>
        <pc:spChg chg="del">
          <ac:chgData name="Scott Nelson" userId="9cab13e00a8b59af" providerId="LiveId" clId="{26617BD1-14DD-45C5-8EC9-257AD1AE2980}" dt="2026-04-21T19:45:24.740" v="7229" actId="478"/>
          <ac:spMkLst>
            <pc:docMk/>
            <pc:sldMk cId="3609221894" sldId="2147375744"/>
            <ac:spMk id="61" creationId="{C8FD6238-D69E-3900-DF33-FCB549F589E7}"/>
          </ac:spMkLst>
        </pc:spChg>
        <pc:spChg chg="del">
          <ac:chgData name="Scott Nelson" userId="9cab13e00a8b59af" providerId="LiveId" clId="{26617BD1-14DD-45C5-8EC9-257AD1AE2980}" dt="2026-04-21T19:45:24.740" v="7229" actId="478"/>
          <ac:spMkLst>
            <pc:docMk/>
            <pc:sldMk cId="3609221894" sldId="2147375744"/>
            <ac:spMk id="62" creationId="{57255FE7-D9C5-1229-8E71-D65E03F66B32}"/>
          </ac:spMkLst>
        </pc:spChg>
        <pc:spChg chg="del">
          <ac:chgData name="Scott Nelson" userId="9cab13e00a8b59af" providerId="LiveId" clId="{26617BD1-14DD-45C5-8EC9-257AD1AE2980}" dt="2026-04-21T19:45:24.740" v="7229" actId="478"/>
          <ac:spMkLst>
            <pc:docMk/>
            <pc:sldMk cId="3609221894" sldId="2147375744"/>
            <ac:spMk id="68" creationId="{84D50759-81D3-AF93-CA23-43D9CD7420CA}"/>
          </ac:spMkLst>
        </pc:spChg>
        <pc:spChg chg="del">
          <ac:chgData name="Scott Nelson" userId="9cab13e00a8b59af" providerId="LiveId" clId="{26617BD1-14DD-45C5-8EC9-257AD1AE2980}" dt="2026-04-21T19:45:24.740" v="7229" actId="478"/>
          <ac:spMkLst>
            <pc:docMk/>
            <pc:sldMk cId="3609221894" sldId="2147375744"/>
            <ac:spMk id="83" creationId="{CC96A8E0-0D5F-3C81-8417-975750A55541}"/>
          </ac:spMkLst>
        </pc:spChg>
        <pc:spChg chg="del">
          <ac:chgData name="Scott Nelson" userId="9cab13e00a8b59af" providerId="LiveId" clId="{26617BD1-14DD-45C5-8EC9-257AD1AE2980}" dt="2026-04-21T19:45:24.740" v="7229" actId="478"/>
          <ac:spMkLst>
            <pc:docMk/>
            <pc:sldMk cId="3609221894" sldId="2147375744"/>
            <ac:spMk id="85" creationId="{A24055EF-A190-683A-8B1C-6398ACAC2B55}"/>
          </ac:spMkLst>
        </pc:spChg>
        <pc:spChg chg="del">
          <ac:chgData name="Scott Nelson" userId="9cab13e00a8b59af" providerId="LiveId" clId="{26617BD1-14DD-45C5-8EC9-257AD1AE2980}" dt="2026-04-21T19:45:24.740" v="7229" actId="478"/>
          <ac:spMkLst>
            <pc:docMk/>
            <pc:sldMk cId="3609221894" sldId="2147375744"/>
            <ac:spMk id="92" creationId="{1A04282B-4EDE-619F-968C-166AF9C81B3C}"/>
          </ac:spMkLst>
        </pc:spChg>
        <pc:spChg chg="del">
          <ac:chgData name="Scott Nelson" userId="9cab13e00a8b59af" providerId="LiveId" clId="{26617BD1-14DD-45C5-8EC9-257AD1AE2980}" dt="2026-04-21T19:45:24.740" v="7229" actId="478"/>
          <ac:spMkLst>
            <pc:docMk/>
            <pc:sldMk cId="3609221894" sldId="2147375744"/>
            <ac:spMk id="100" creationId="{02470D2F-74F8-F1D2-1F5E-1B11043D8459}"/>
          </ac:spMkLst>
        </pc:spChg>
        <pc:picChg chg="add del">
          <ac:chgData name="Scott Nelson" userId="9cab13e00a8b59af" providerId="LiveId" clId="{26617BD1-14DD-45C5-8EC9-257AD1AE2980}" dt="2026-04-21T19:46:42.097" v="7232" actId="478"/>
          <ac:picMkLst>
            <pc:docMk/>
            <pc:sldMk cId="3609221894" sldId="2147375744"/>
            <ac:picMk id="9" creationId="{73A3B5A4-C451-F312-76C0-51028B8E9DFD}"/>
          </ac:picMkLst>
        </pc:picChg>
      </pc:sldChg>
      <pc:sldChg chg="addSp delSp modSp add mod ord setBg">
        <pc:chgData name="Scott Nelson" userId="9cab13e00a8b59af" providerId="LiveId" clId="{26617BD1-14DD-45C5-8EC9-257AD1AE2980}" dt="2026-04-22T13:36:55.391" v="7358" actId="113"/>
        <pc:sldMkLst>
          <pc:docMk/>
          <pc:sldMk cId="249500898" sldId="2147375745"/>
        </pc:sldMkLst>
        <pc:spChg chg="del">
          <ac:chgData name="Scott Nelson" userId="9cab13e00a8b59af" providerId="LiveId" clId="{26617BD1-14DD-45C5-8EC9-257AD1AE2980}" dt="2026-04-21T19:47:33.320" v="7235" actId="478"/>
          <ac:spMkLst>
            <pc:docMk/>
            <pc:sldMk cId="249500898" sldId="2147375745"/>
            <ac:spMk id="2" creationId="{48A86AB7-EBFB-0DD5-C6CB-50FA6CB909C0}"/>
          </ac:spMkLst>
        </pc:spChg>
        <pc:spChg chg="mod">
          <ac:chgData name="Scott Nelson" userId="9cab13e00a8b59af" providerId="LiveId" clId="{26617BD1-14DD-45C5-8EC9-257AD1AE2980}" dt="2026-04-22T13:36:55.391" v="7358" actId="113"/>
          <ac:spMkLst>
            <pc:docMk/>
            <pc:sldMk cId="249500898" sldId="2147375745"/>
            <ac:spMk id="7" creationId="{0A0130C4-8D6D-9C7A-067C-69E7C46297C1}"/>
          </ac:spMkLst>
        </pc:spChg>
        <pc:picChg chg="add">
          <ac:chgData name="Scott Nelson" userId="9cab13e00a8b59af" providerId="LiveId" clId="{26617BD1-14DD-45C5-8EC9-257AD1AE2980}" dt="2026-04-21T20:09:35.532" v="7323" actId="26606"/>
          <ac:picMkLst>
            <pc:docMk/>
            <pc:sldMk cId="249500898" sldId="2147375745"/>
            <ac:picMk id="15" creationId="{00000000-0000-0000-0000-000000000000}"/>
          </ac:picMkLst>
        </pc:picChg>
      </pc:sldChg>
      <pc:sldChg chg="addSp delSp modSp add mod">
        <pc:chgData name="Scott Nelson" userId="9cab13e00a8b59af" providerId="LiveId" clId="{26617BD1-14DD-45C5-8EC9-257AD1AE2980}" dt="2026-04-21T20:16:27.798" v="7337" actId="26606"/>
        <pc:sldMkLst>
          <pc:docMk/>
          <pc:sldMk cId="4106661811" sldId="2147483625"/>
        </pc:sldMkLst>
        <pc:spChg chg="del">
          <ac:chgData name="Scott Nelson" userId="9cab13e00a8b59af" providerId="LiveId" clId="{26617BD1-14DD-45C5-8EC9-257AD1AE2980}" dt="2026-04-21T20:16:27.798" v="7337" actId="26606"/>
          <ac:spMkLst>
            <pc:docMk/>
            <pc:sldMk cId="4106661811" sldId="2147483625"/>
            <ac:spMk id="4" creationId="{AC75752B-1F7E-1346-8258-761BD3743F02}"/>
          </ac:spMkLst>
        </pc:spChg>
        <pc:spChg chg="mod">
          <ac:chgData name="Scott Nelson" userId="9cab13e00a8b59af" providerId="LiveId" clId="{26617BD1-14DD-45C5-8EC9-257AD1AE2980}" dt="2026-04-21T20:03:27.739" v="7260" actId="27636"/>
          <ac:spMkLst>
            <pc:docMk/>
            <pc:sldMk cId="4106661811" sldId="2147483625"/>
            <ac:spMk id="6" creationId="{C141F789-FA98-2A66-E1CF-EF598B8A628B}"/>
          </ac:spMkLst>
        </pc:spChg>
        <pc:spChg chg="mod">
          <ac:chgData name="Scott Nelson" userId="9cab13e00a8b59af" providerId="LiveId" clId="{26617BD1-14DD-45C5-8EC9-257AD1AE2980}" dt="2026-04-21T20:03:27.737" v="7259" actId="27636"/>
          <ac:spMkLst>
            <pc:docMk/>
            <pc:sldMk cId="4106661811" sldId="2147483625"/>
            <ac:spMk id="7" creationId="{A814FAA8-D47F-FE9B-7B4B-4D660F1506FD}"/>
          </ac:spMkLst>
        </pc:spChg>
        <pc:picChg chg="mod">
          <ac:chgData name="Scott Nelson" userId="9cab13e00a8b59af" providerId="LiveId" clId="{26617BD1-14DD-45C5-8EC9-257AD1AE2980}" dt="2026-04-21T20:03:12.710" v="7254" actId="14100"/>
          <ac:picMkLst>
            <pc:docMk/>
            <pc:sldMk cId="4106661811" sldId="2147483625"/>
            <ac:picMk id="18" creationId="{791E65F3-3246-BD31-897A-ACEC0DEC2D32}"/>
          </ac:picMkLst>
        </pc:picChg>
        <pc:picChg chg="add">
          <ac:chgData name="Scott Nelson" userId="9cab13e00a8b59af" providerId="LiveId" clId="{26617BD1-14DD-45C5-8EC9-257AD1AE2980}" dt="2026-04-21T20:09:35.532" v="7323" actId="26606"/>
          <ac:picMkLst>
            <pc:docMk/>
            <pc:sldMk cId="4106661811" sldId="2147483625"/>
            <ac:picMk id="19" creationId="{00000000-0000-0000-0000-000000000000}"/>
          </ac:picMkLst>
        </pc:picChg>
        <pc:cxnChg chg="mod">
          <ac:chgData name="Scott Nelson" userId="9cab13e00a8b59af" providerId="LiveId" clId="{26617BD1-14DD-45C5-8EC9-257AD1AE2980}" dt="2026-04-21T20:04:02.831" v="7307" actId="1035"/>
          <ac:cxnSpMkLst>
            <pc:docMk/>
            <pc:sldMk cId="4106661811" sldId="2147483625"/>
            <ac:cxnSpMk id="8" creationId="{54AA3E16-FD0A-314C-231B-C1E9F72242CF}"/>
          </ac:cxnSpMkLst>
        </pc:cxnChg>
        <pc:cxnChg chg="mod">
          <ac:chgData name="Scott Nelson" userId="9cab13e00a8b59af" providerId="LiveId" clId="{26617BD1-14DD-45C5-8EC9-257AD1AE2980}" dt="2026-04-21T20:03:58.073" v="7296" actId="1036"/>
          <ac:cxnSpMkLst>
            <pc:docMk/>
            <pc:sldMk cId="4106661811" sldId="2147483625"/>
            <ac:cxnSpMk id="9" creationId="{BDCAEE9F-F7FB-1A82-B939-7D3B94EC5151}"/>
          </ac:cxnSpMkLst>
        </pc:cxnChg>
        <pc:cxnChg chg="mod">
          <ac:chgData name="Scott Nelson" userId="9cab13e00a8b59af" providerId="LiveId" clId="{26617BD1-14DD-45C5-8EC9-257AD1AE2980}" dt="2026-04-21T20:11:24.474" v="7324" actId="1035"/>
          <ac:cxnSpMkLst>
            <pc:docMk/>
            <pc:sldMk cId="4106661811" sldId="2147483625"/>
            <ac:cxnSpMk id="10" creationId="{FB0916C8-DECE-BDE9-4A51-C68F37F3E6E1}"/>
          </ac:cxnSpMkLst>
        </pc:cxnChg>
        <pc:cxnChg chg="mod">
          <ac:chgData name="Scott Nelson" userId="9cab13e00a8b59af" providerId="LiveId" clId="{26617BD1-14DD-45C5-8EC9-257AD1AE2980}" dt="2026-04-21T20:11:29.132" v="7326" actId="1035"/>
          <ac:cxnSpMkLst>
            <pc:docMk/>
            <pc:sldMk cId="4106661811" sldId="2147483625"/>
            <ac:cxnSpMk id="11" creationId="{C7C2BE51-9E67-B2A1-5433-CC852532A1A3}"/>
          </ac:cxnSpMkLst>
        </pc:cxnChg>
        <pc:cxnChg chg="mod">
          <ac:chgData name="Scott Nelson" userId="9cab13e00a8b59af" providerId="LiveId" clId="{26617BD1-14DD-45C5-8EC9-257AD1AE2980}" dt="2026-04-21T20:11:32.749" v="7328" actId="1035"/>
          <ac:cxnSpMkLst>
            <pc:docMk/>
            <pc:sldMk cId="4106661811" sldId="2147483625"/>
            <ac:cxnSpMk id="12" creationId="{80E516E7-E67C-275F-9F59-536D57278E80}"/>
          </ac:cxnSpMkLst>
        </pc:cxnChg>
        <pc:cxnChg chg="mod">
          <ac:chgData name="Scott Nelson" userId="9cab13e00a8b59af" providerId="LiveId" clId="{26617BD1-14DD-45C5-8EC9-257AD1AE2980}" dt="2026-04-21T20:11:37.002" v="7332" actId="1035"/>
          <ac:cxnSpMkLst>
            <pc:docMk/>
            <pc:sldMk cId="4106661811" sldId="2147483625"/>
            <ac:cxnSpMk id="13" creationId="{5DEA1437-C82A-E20C-00F7-A5DCB5B149CF}"/>
          </ac:cxnSpMkLst>
        </pc:cxnChg>
        <pc:cxnChg chg="mod">
          <ac:chgData name="Scott Nelson" userId="9cab13e00a8b59af" providerId="LiveId" clId="{26617BD1-14DD-45C5-8EC9-257AD1AE2980}" dt="2026-04-21T20:11:44.691" v="7336" actId="1035"/>
          <ac:cxnSpMkLst>
            <pc:docMk/>
            <pc:sldMk cId="4106661811" sldId="2147483625"/>
            <ac:cxnSpMk id="14" creationId="{2B402AA7-4053-82EB-16E9-BFC1B0E8B447}"/>
          </ac:cxnSpMkLst>
        </pc:cxnChg>
        <pc:cxnChg chg="mod">
          <ac:chgData name="Scott Nelson" userId="9cab13e00a8b59af" providerId="LiveId" clId="{26617BD1-14DD-45C5-8EC9-257AD1AE2980}" dt="2026-04-21T20:04:08.006" v="7322" actId="1035"/>
          <ac:cxnSpMkLst>
            <pc:docMk/>
            <pc:sldMk cId="4106661811" sldId="2147483625"/>
            <ac:cxnSpMk id="16" creationId="{8D5742A2-5BCA-989B-17A3-A07BEDB99ACF}"/>
          </ac:cxnSpMkLst>
        </pc:cxnChg>
      </pc:sldChg>
      <pc:sldChg chg="add del">
        <pc:chgData name="Scott Nelson" userId="9cab13e00a8b59af" providerId="LiveId" clId="{26617BD1-14DD-45C5-8EC9-257AD1AE2980}" dt="2026-04-21T19:37:30.174" v="7196"/>
        <pc:sldMkLst>
          <pc:docMk/>
          <pc:sldMk cId="3478672044" sldId="2147483627"/>
        </pc:sldMkLst>
      </pc:sldChg>
      <pc:sldMasterChg chg="modSldLayout">
        <pc:chgData name="Scott Nelson" userId="9cab13e00a8b59af" providerId="LiveId" clId="{26617BD1-14DD-45C5-8EC9-257AD1AE2980}" dt="2026-04-22T12:11:29.306" v="7354" actId="478"/>
        <pc:sldMasterMkLst>
          <pc:docMk/>
          <pc:sldMasterMk cId="3711236038" sldId="2147483648"/>
        </pc:sldMasterMkLst>
        <pc:sldLayoutChg chg="delSp modSp mod">
          <pc:chgData name="Scott Nelson" userId="9cab13e00a8b59af" providerId="LiveId" clId="{26617BD1-14DD-45C5-8EC9-257AD1AE2980}" dt="2026-04-22T12:11:29.306" v="7354" actId="478"/>
          <pc:sldLayoutMkLst>
            <pc:docMk/>
            <pc:sldMasterMk cId="3711236038" sldId="2147483648"/>
            <pc:sldLayoutMk cId="2610164230" sldId="2147483738"/>
          </pc:sldLayoutMkLst>
          <pc:spChg chg="del mod">
            <ac:chgData name="Scott Nelson" userId="9cab13e00a8b59af" providerId="LiveId" clId="{26617BD1-14DD-45C5-8EC9-257AD1AE2980}" dt="2026-04-22T12:11:28.339" v="7353" actId="478"/>
            <ac:spMkLst>
              <pc:docMk/>
              <pc:sldMasterMk cId="3711236038" sldId="2147483648"/>
              <pc:sldLayoutMk cId="2610164230" sldId="2147483738"/>
              <ac:spMk id="8" creationId="{72ABB2A2-B2E8-F341-9C76-67D1A5A084C6}"/>
            </ac:spMkLst>
          </pc:spChg>
          <pc:cxnChg chg="del">
            <ac:chgData name="Scott Nelson" userId="9cab13e00a8b59af" providerId="LiveId" clId="{26617BD1-14DD-45C5-8EC9-257AD1AE2980}" dt="2026-04-22T12:11:29.306" v="7354" actId="478"/>
            <ac:cxnSpMkLst>
              <pc:docMk/>
              <pc:sldMasterMk cId="3711236038" sldId="2147483648"/>
              <pc:sldLayoutMk cId="2610164230" sldId="2147483738"/>
              <ac:cxnSpMk id="10" creationId="{AFFA5457-746B-B247-93CF-3159FD77234D}"/>
            </ac:cxnSpMkLst>
          </pc:cxnChg>
        </pc:sldLayoutChg>
      </pc:sldMasterChg>
      <pc:sldMasterChg chg="modSldLayout">
        <pc:chgData name="Scott Nelson" userId="9cab13e00a8b59af" providerId="LiveId" clId="{26617BD1-14DD-45C5-8EC9-257AD1AE2980}" dt="2026-04-22T12:10:34.766" v="7351" actId="478"/>
        <pc:sldMasterMkLst>
          <pc:docMk/>
          <pc:sldMasterMk cId="2366443682" sldId="2147483747"/>
        </pc:sldMasterMkLst>
        <pc:sldLayoutChg chg="delSp mod">
          <pc:chgData name="Scott Nelson" userId="9cab13e00a8b59af" providerId="LiveId" clId="{26617BD1-14DD-45C5-8EC9-257AD1AE2980}" dt="2026-04-22T12:09:58.982" v="7341" actId="478"/>
          <pc:sldLayoutMkLst>
            <pc:docMk/>
            <pc:sldMasterMk cId="2366443682" sldId="2147483747"/>
            <pc:sldLayoutMk cId="231279182" sldId="2147483750"/>
          </pc:sldLayoutMkLst>
          <pc:spChg chg="del">
            <ac:chgData name="Scott Nelson" userId="9cab13e00a8b59af" providerId="LiveId" clId="{26617BD1-14DD-45C5-8EC9-257AD1AE2980}" dt="2026-04-22T12:09:57.883" v="7340" actId="478"/>
            <ac:spMkLst>
              <pc:docMk/>
              <pc:sldMasterMk cId="2366443682" sldId="2147483747"/>
              <pc:sldLayoutMk cId="231279182" sldId="2147483750"/>
              <ac:spMk id="8" creationId="{72ABB2A2-B2E8-F341-9C76-67D1A5A084C6}"/>
            </ac:spMkLst>
          </pc:spChg>
          <pc:cxnChg chg="del">
            <ac:chgData name="Scott Nelson" userId="9cab13e00a8b59af" providerId="LiveId" clId="{26617BD1-14DD-45C5-8EC9-257AD1AE2980}" dt="2026-04-22T12:09:58.982" v="7341" actId="478"/>
            <ac:cxnSpMkLst>
              <pc:docMk/>
              <pc:sldMasterMk cId="2366443682" sldId="2147483747"/>
              <pc:sldLayoutMk cId="231279182" sldId="2147483750"/>
              <ac:cxnSpMk id="10" creationId="{AFFA5457-746B-B247-93CF-3159FD77234D}"/>
            </ac:cxnSpMkLst>
          </pc:cxnChg>
        </pc:sldLayoutChg>
        <pc:sldLayoutChg chg="delSp modSp mod">
          <pc:chgData name="Scott Nelson" userId="9cab13e00a8b59af" providerId="LiveId" clId="{26617BD1-14DD-45C5-8EC9-257AD1AE2980}" dt="2026-04-22T12:10:07.699" v="7343" actId="478"/>
          <pc:sldLayoutMkLst>
            <pc:docMk/>
            <pc:sldMasterMk cId="2366443682" sldId="2147483747"/>
            <pc:sldLayoutMk cId="387203617" sldId="2147483752"/>
          </pc:sldLayoutMkLst>
          <pc:spChg chg="mod">
            <ac:chgData name="Scott Nelson" userId="9cab13e00a8b59af" providerId="LiveId" clId="{26617BD1-14DD-45C5-8EC9-257AD1AE2980}" dt="2026-04-22T12:10:06.119" v="7342" actId="6549"/>
            <ac:spMkLst>
              <pc:docMk/>
              <pc:sldMasterMk cId="2366443682" sldId="2147483747"/>
              <pc:sldLayoutMk cId="387203617" sldId="2147483752"/>
              <ac:spMk id="7" creationId="{ACCB329B-5832-694A-893D-B9865F37D549}"/>
            </ac:spMkLst>
          </pc:spChg>
          <pc:cxnChg chg="del">
            <ac:chgData name="Scott Nelson" userId="9cab13e00a8b59af" providerId="LiveId" clId="{26617BD1-14DD-45C5-8EC9-257AD1AE2980}" dt="2026-04-22T12:10:07.699" v="7343" actId="478"/>
            <ac:cxnSpMkLst>
              <pc:docMk/>
              <pc:sldMasterMk cId="2366443682" sldId="2147483747"/>
              <pc:sldLayoutMk cId="387203617" sldId="2147483752"/>
              <ac:cxnSpMk id="9" creationId="{C42BB9D4-5162-CC4A-A120-8F065C94F916}"/>
            </ac:cxnSpMkLst>
          </pc:cxnChg>
        </pc:sldLayoutChg>
        <pc:sldLayoutChg chg="delSp modSp mod">
          <pc:chgData name="Scott Nelson" userId="9cab13e00a8b59af" providerId="LiveId" clId="{26617BD1-14DD-45C5-8EC9-257AD1AE2980}" dt="2026-04-22T12:10:12.236" v="7345" actId="478"/>
          <pc:sldLayoutMkLst>
            <pc:docMk/>
            <pc:sldMasterMk cId="2366443682" sldId="2147483747"/>
            <pc:sldLayoutMk cId="1927369206" sldId="2147483753"/>
          </pc:sldLayoutMkLst>
          <pc:spChg chg="mod">
            <ac:chgData name="Scott Nelson" userId="9cab13e00a8b59af" providerId="LiveId" clId="{26617BD1-14DD-45C5-8EC9-257AD1AE2980}" dt="2026-04-22T12:10:10.906" v="7344" actId="6549"/>
            <ac:spMkLst>
              <pc:docMk/>
              <pc:sldMasterMk cId="2366443682" sldId="2147483747"/>
              <pc:sldLayoutMk cId="1927369206" sldId="2147483753"/>
              <ac:spMk id="10" creationId="{4A4A1095-5BBF-AE42-86CA-A5DB6D092B76}"/>
            </ac:spMkLst>
          </pc:spChg>
          <pc:cxnChg chg="del">
            <ac:chgData name="Scott Nelson" userId="9cab13e00a8b59af" providerId="LiveId" clId="{26617BD1-14DD-45C5-8EC9-257AD1AE2980}" dt="2026-04-22T12:10:12.236" v="7345" actId="478"/>
            <ac:cxnSpMkLst>
              <pc:docMk/>
              <pc:sldMasterMk cId="2366443682" sldId="2147483747"/>
              <pc:sldLayoutMk cId="1927369206" sldId="2147483753"/>
              <ac:cxnSpMk id="11" creationId="{FEE7DEBE-F910-4A41-95A5-B5067E36073B}"/>
            </ac:cxnSpMkLst>
          </pc:cxnChg>
        </pc:sldLayoutChg>
        <pc:sldLayoutChg chg="delSp modSp mod">
          <pc:chgData name="Scott Nelson" userId="9cab13e00a8b59af" providerId="LiveId" clId="{26617BD1-14DD-45C5-8EC9-257AD1AE2980}" dt="2026-04-22T12:10:16.713" v="7347" actId="478"/>
          <pc:sldLayoutMkLst>
            <pc:docMk/>
            <pc:sldMasterMk cId="2366443682" sldId="2147483747"/>
            <pc:sldLayoutMk cId="2264644856" sldId="2147483754"/>
          </pc:sldLayoutMkLst>
          <pc:spChg chg="mod">
            <ac:chgData name="Scott Nelson" userId="9cab13e00a8b59af" providerId="LiveId" clId="{26617BD1-14DD-45C5-8EC9-257AD1AE2980}" dt="2026-04-22T12:10:15.290" v="7346" actId="6549"/>
            <ac:spMkLst>
              <pc:docMk/>
              <pc:sldMasterMk cId="2366443682" sldId="2147483747"/>
              <pc:sldLayoutMk cId="2264644856" sldId="2147483754"/>
              <ac:spMk id="4" creationId="{6F4521C2-4E4F-CA49-9B88-FF2A9225017F}"/>
            </ac:spMkLst>
          </pc:spChg>
          <pc:cxnChg chg="del">
            <ac:chgData name="Scott Nelson" userId="9cab13e00a8b59af" providerId="LiveId" clId="{26617BD1-14DD-45C5-8EC9-257AD1AE2980}" dt="2026-04-22T12:10:16.713" v="7347" actId="478"/>
            <ac:cxnSpMkLst>
              <pc:docMk/>
              <pc:sldMasterMk cId="2366443682" sldId="2147483747"/>
              <pc:sldLayoutMk cId="2264644856" sldId="2147483754"/>
              <ac:cxnSpMk id="6" creationId="{3C2B3082-1701-544A-951B-628B225D65D7}"/>
            </ac:cxnSpMkLst>
          </pc:cxnChg>
        </pc:sldLayoutChg>
        <pc:sldLayoutChg chg="delSp mod">
          <pc:chgData name="Scott Nelson" userId="9cab13e00a8b59af" providerId="LiveId" clId="{26617BD1-14DD-45C5-8EC9-257AD1AE2980}" dt="2026-04-22T12:10:22.056" v="7349" actId="478"/>
          <pc:sldLayoutMkLst>
            <pc:docMk/>
            <pc:sldMasterMk cId="2366443682" sldId="2147483747"/>
            <pc:sldLayoutMk cId="3604565499" sldId="2147483755"/>
          </pc:sldLayoutMkLst>
          <pc:spChg chg="del">
            <ac:chgData name="Scott Nelson" userId="9cab13e00a8b59af" providerId="LiveId" clId="{26617BD1-14DD-45C5-8EC9-257AD1AE2980}" dt="2026-04-22T12:10:21.055" v="7348" actId="478"/>
            <ac:spMkLst>
              <pc:docMk/>
              <pc:sldMasterMk cId="2366443682" sldId="2147483747"/>
              <pc:sldLayoutMk cId="3604565499" sldId="2147483755"/>
              <ac:spMk id="7" creationId="{5B6932F6-5551-034D-ACF9-C97753F774BF}"/>
            </ac:spMkLst>
          </pc:spChg>
          <pc:cxnChg chg="del">
            <ac:chgData name="Scott Nelson" userId="9cab13e00a8b59af" providerId="LiveId" clId="{26617BD1-14DD-45C5-8EC9-257AD1AE2980}" dt="2026-04-22T12:10:22.056" v="7349" actId="478"/>
            <ac:cxnSpMkLst>
              <pc:docMk/>
              <pc:sldMasterMk cId="2366443682" sldId="2147483747"/>
              <pc:sldLayoutMk cId="3604565499" sldId="2147483755"/>
              <ac:cxnSpMk id="8" creationId="{F9C04F79-DE0D-C748-BAD6-3AD30A297790}"/>
            </ac:cxnSpMkLst>
          </pc:cxnChg>
        </pc:sldLayoutChg>
        <pc:sldLayoutChg chg="delSp mod">
          <pc:chgData name="Scott Nelson" userId="9cab13e00a8b59af" providerId="LiveId" clId="{26617BD1-14DD-45C5-8EC9-257AD1AE2980}" dt="2026-04-22T12:10:34.766" v="7351" actId="478"/>
          <pc:sldLayoutMkLst>
            <pc:docMk/>
            <pc:sldMasterMk cId="2366443682" sldId="2147483747"/>
            <pc:sldLayoutMk cId="1783774336" sldId="2147483758"/>
          </pc:sldLayoutMkLst>
          <pc:spChg chg="del">
            <ac:chgData name="Scott Nelson" userId="9cab13e00a8b59af" providerId="LiveId" clId="{26617BD1-14DD-45C5-8EC9-257AD1AE2980}" dt="2026-04-22T12:10:33.428" v="7350" actId="478"/>
            <ac:spMkLst>
              <pc:docMk/>
              <pc:sldMasterMk cId="2366443682" sldId="2147483747"/>
              <pc:sldLayoutMk cId="1783774336" sldId="2147483758"/>
              <ac:spMk id="2" creationId="{D5966BC6-5075-2E86-F3AA-DC2DA189F051}"/>
            </ac:spMkLst>
          </pc:spChg>
          <pc:cxnChg chg="del">
            <ac:chgData name="Scott Nelson" userId="9cab13e00a8b59af" providerId="LiveId" clId="{26617BD1-14DD-45C5-8EC9-257AD1AE2980}" dt="2026-04-22T12:10:34.766" v="7351" actId="478"/>
            <ac:cxnSpMkLst>
              <pc:docMk/>
              <pc:sldMasterMk cId="2366443682" sldId="2147483747"/>
              <pc:sldLayoutMk cId="1783774336" sldId="2147483758"/>
              <ac:cxnSpMk id="3" creationId="{5D259ECF-FF3A-5D24-E218-FAF4A0A37856}"/>
            </ac:cxnSpMkLst>
          </pc:cxn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79CF8-E213-48F4-BDFF-ABA13CB23DCB}"/>
              </a:ext>
            </a:extLst>
          </p:cNvPr>
          <p:cNvSpPr>
            <a:spLocks noGrp="1"/>
          </p:cNvSpPr>
          <p:nvPr>
            <p:ph type="hdr" sz="quarter"/>
          </p:nvPr>
        </p:nvSpPr>
        <p:spPr>
          <a:xfrm>
            <a:off x="0" y="0"/>
            <a:ext cx="4160520" cy="367454"/>
          </a:xfrm>
          <a:prstGeom prst="rect">
            <a:avLst/>
          </a:prstGeom>
        </p:spPr>
        <p:txBody>
          <a:bodyPr vert="horz" lIns="96661" tIns="48331" rIns="96661" bIns="48331" rtlCol="0"/>
          <a:lstStyle>
            <a:lvl1pPr algn="l">
              <a:defRPr sz="1300"/>
            </a:lvl1pPr>
          </a:lstStyle>
          <a:p>
            <a:endParaRPr lang="en-US"/>
          </a:p>
        </p:txBody>
      </p:sp>
      <p:sp>
        <p:nvSpPr>
          <p:cNvPr id="3" name="Date Placeholder 2">
            <a:extLst>
              <a:ext uri="{FF2B5EF4-FFF2-40B4-BE49-F238E27FC236}">
                <a16:creationId xmlns:a16="http://schemas.microsoft.com/office/drawing/2014/main" id="{29A3F769-D350-4165-81B8-98ED0709FBC8}"/>
              </a:ext>
            </a:extLst>
          </p:cNvPr>
          <p:cNvSpPr>
            <a:spLocks noGrp="1"/>
          </p:cNvSpPr>
          <p:nvPr>
            <p:ph type="dt" sz="quarter" idx="1"/>
          </p:nvPr>
        </p:nvSpPr>
        <p:spPr>
          <a:xfrm>
            <a:off x="5439014" y="0"/>
            <a:ext cx="4160520" cy="367454"/>
          </a:xfrm>
          <a:prstGeom prst="rect">
            <a:avLst/>
          </a:prstGeom>
        </p:spPr>
        <p:txBody>
          <a:bodyPr vert="horz" lIns="96661" tIns="48331" rIns="96661" bIns="48331" rtlCol="0"/>
          <a:lstStyle>
            <a:lvl1pPr algn="r">
              <a:defRPr sz="1300"/>
            </a:lvl1pPr>
          </a:lstStyle>
          <a:p>
            <a:fld id="{B6A96DAC-9A41-4AE2-9F8F-C4A854C502E9}" type="datetimeFigureOut">
              <a:rPr lang="en-US" smtClean="0"/>
              <a:t>4/21/2026</a:t>
            </a:fld>
            <a:endParaRPr lang="en-US"/>
          </a:p>
        </p:txBody>
      </p:sp>
      <p:sp>
        <p:nvSpPr>
          <p:cNvPr id="4" name="Footer Placeholder 3">
            <a:extLst>
              <a:ext uri="{FF2B5EF4-FFF2-40B4-BE49-F238E27FC236}">
                <a16:creationId xmlns:a16="http://schemas.microsoft.com/office/drawing/2014/main" id="{E2A92CF7-03FF-488A-B28A-E2CE408CAF21}"/>
              </a:ext>
            </a:extLst>
          </p:cNvPr>
          <p:cNvSpPr>
            <a:spLocks noGrp="1"/>
          </p:cNvSpPr>
          <p:nvPr>
            <p:ph type="ftr" sz="quarter" idx="2"/>
          </p:nvPr>
        </p:nvSpPr>
        <p:spPr>
          <a:xfrm>
            <a:off x="0" y="6947748"/>
            <a:ext cx="4160520" cy="367453"/>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F05C773F-A6C1-4E68-9C96-763B65BA496F}"/>
              </a:ext>
            </a:extLst>
          </p:cNvPr>
          <p:cNvSpPr>
            <a:spLocks noGrp="1"/>
          </p:cNvSpPr>
          <p:nvPr>
            <p:ph type="sldNum" sz="quarter" idx="3"/>
          </p:nvPr>
        </p:nvSpPr>
        <p:spPr>
          <a:xfrm>
            <a:off x="5439014" y="6947748"/>
            <a:ext cx="4160520" cy="367453"/>
          </a:xfrm>
          <a:prstGeom prst="rect">
            <a:avLst/>
          </a:prstGeom>
        </p:spPr>
        <p:txBody>
          <a:bodyPr vert="horz" lIns="96661" tIns="48331" rIns="96661" bIns="48331" rtlCol="0" anchor="b"/>
          <a:lstStyle>
            <a:lvl1pPr algn="r">
              <a:defRPr sz="1300"/>
            </a:lvl1pPr>
          </a:lstStyle>
          <a:p>
            <a:fld id="{FCC350F3-A12D-47AC-9DDF-CBE31EEA53C2}" type="slidenum">
              <a:rPr lang="en-US" smtClean="0"/>
              <a:t>‹#›</a:t>
            </a:fld>
            <a:endParaRPr lang="en-US"/>
          </a:p>
        </p:txBody>
      </p:sp>
    </p:spTree>
    <p:extLst>
      <p:ext uri="{BB962C8B-B14F-4D97-AF65-F5344CB8AC3E}">
        <p14:creationId xmlns:p14="http://schemas.microsoft.com/office/powerpoint/2010/main" val="3691713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7454"/>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5439014" y="0"/>
            <a:ext cx="4160520" cy="367454"/>
          </a:xfrm>
          <a:prstGeom prst="rect">
            <a:avLst/>
          </a:prstGeom>
        </p:spPr>
        <p:txBody>
          <a:bodyPr vert="horz" lIns="96661" tIns="48331" rIns="96661" bIns="48331" rtlCol="0"/>
          <a:lstStyle>
            <a:lvl1pPr algn="r">
              <a:defRPr sz="1300"/>
            </a:lvl1pPr>
          </a:lstStyle>
          <a:p>
            <a:fld id="{3D84505F-E001-464B-84E9-98212E63654B}" type="datetimeFigureOut">
              <a:rPr lang="en-US" smtClean="0"/>
              <a:pPr/>
              <a:t>4/21/2026</a:t>
            </a:fld>
            <a:endParaRPr lang="en-US"/>
          </a:p>
        </p:txBody>
      </p:sp>
      <p:sp>
        <p:nvSpPr>
          <p:cNvPr id="4" name="Slide Image Placeholder 3"/>
          <p:cNvSpPr>
            <a:spLocks noGrp="1" noRot="1" noChangeAspect="1"/>
          </p:cNvSpPr>
          <p:nvPr>
            <p:ph type="sldImg" idx="2"/>
          </p:nvPr>
        </p:nvSpPr>
        <p:spPr>
          <a:xfrm>
            <a:off x="2606675" y="914400"/>
            <a:ext cx="4387850" cy="2468563"/>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960120" y="3520441"/>
            <a:ext cx="7680960" cy="2880359"/>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7748"/>
            <a:ext cx="4160520" cy="367453"/>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5439014" y="6947748"/>
            <a:ext cx="4160520" cy="367453"/>
          </a:xfrm>
          <a:prstGeom prst="rect">
            <a:avLst/>
          </a:prstGeom>
        </p:spPr>
        <p:txBody>
          <a:bodyPr vert="horz" lIns="96661" tIns="48331" rIns="96661" bIns="48331" rtlCol="0" anchor="b"/>
          <a:lstStyle>
            <a:lvl1pPr algn="r">
              <a:defRPr sz="1300"/>
            </a:lvl1pPr>
          </a:lstStyle>
          <a:p>
            <a:fld id="{0101DBF5-6C23-44D5-8E63-337588E693CF}" type="slidenum">
              <a:rPr lang="en-US" smtClean="0"/>
              <a:pPr/>
              <a:t>‹#›</a:t>
            </a:fld>
            <a:endParaRPr lang="en-US"/>
          </a:p>
        </p:txBody>
      </p:sp>
    </p:spTree>
    <p:extLst>
      <p:ext uri="{BB962C8B-B14F-4D97-AF65-F5344CB8AC3E}">
        <p14:creationId xmlns:p14="http://schemas.microsoft.com/office/powerpoint/2010/main" val="419101037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Notes:</a:t>
            </a:r>
          </a:p>
          <a:p>
            <a:r>
              <a:rPr lang="en-US" sz="1200" kern="1200" dirty="0">
                <a:solidFill>
                  <a:schemeClr val="tx1"/>
                </a:solidFill>
                <a:effectLst/>
                <a:latin typeface="+mn-lt"/>
                <a:ea typeface="+mn-ea"/>
                <a:cs typeface="+mn-cs"/>
              </a:rPr>
              <a:t>When it comes to developing and delivering AI capabilities, Acumatica has the right approach.  We believe technology should serve people, not the other way around. Our AI is built on a foundation of trust and designed to deliver real results.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Our commitment to innovation is guided by three core principles.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First, being </a:t>
            </a:r>
            <a:r>
              <a:rPr lang="en-US" sz="1200" b="1" kern="1200" dirty="0">
                <a:solidFill>
                  <a:schemeClr val="tx1"/>
                </a:solidFill>
                <a:effectLst/>
                <a:latin typeface="+mn-lt"/>
                <a:ea typeface="+mn-ea"/>
                <a:cs typeface="+mn-cs"/>
              </a:rPr>
              <a:t>Responsible</a:t>
            </a:r>
            <a:r>
              <a:rPr lang="en-US" sz="1200" kern="1200" dirty="0">
                <a:solidFill>
                  <a:schemeClr val="tx1"/>
                </a:solidFill>
                <a:effectLst/>
                <a:latin typeface="+mn-lt"/>
                <a:ea typeface="+mn-ea"/>
                <a:cs typeface="+mn-cs"/>
              </a:rPr>
              <a:t> means your data is always yours, and its security is non-negotiable.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Second, our tools must be </a:t>
            </a:r>
            <a:r>
              <a:rPr lang="en-US" sz="1200" b="1" kern="1200" dirty="0">
                <a:solidFill>
                  <a:schemeClr val="tx1"/>
                </a:solidFill>
                <a:effectLst/>
                <a:latin typeface="+mn-lt"/>
                <a:ea typeface="+mn-ea"/>
                <a:cs typeface="+mn-cs"/>
              </a:rPr>
              <a:t>Practical</a:t>
            </a:r>
            <a:r>
              <a:rPr lang="en-US" sz="1200" kern="1200" dirty="0">
                <a:solidFill>
                  <a:schemeClr val="tx1"/>
                </a:solidFill>
                <a:effectLst/>
                <a:latin typeface="+mn-lt"/>
                <a:ea typeface="+mn-ea"/>
                <a:cs typeface="+mn-cs"/>
              </a:rPr>
              <a:t>. We design them to be intuitive and solve real-world problems, so you don't need a team of data scientists to get results.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Finally, they must be </a:t>
            </a:r>
            <a:r>
              <a:rPr lang="en-US" sz="1200" b="1" kern="1200" dirty="0">
                <a:solidFill>
                  <a:schemeClr val="tx1"/>
                </a:solidFill>
                <a:effectLst/>
                <a:latin typeface="+mn-lt"/>
                <a:ea typeface="+mn-ea"/>
                <a:cs typeface="+mn-cs"/>
              </a:rPr>
              <a:t>Valuable</a:t>
            </a:r>
            <a:r>
              <a:rPr lang="en-US" sz="1200" kern="1200" dirty="0">
                <a:solidFill>
                  <a:schemeClr val="tx1"/>
                </a:solidFill>
                <a:effectLst/>
                <a:latin typeface="+mn-lt"/>
                <a:ea typeface="+mn-ea"/>
                <a:cs typeface="+mn-cs"/>
              </a:rPr>
              <a:t>, directly helping you reduce costs, increase revenue, or improve productivity.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our promise: AI that works for you.</a:t>
            </a:r>
          </a:p>
          <a:p>
            <a:endParaRPr lang="en-US" sz="12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But seeing is believing … you can see Acumatica AI in action by watching videos or speaking with experts to see a live demo and learn more about our roadmap and technology.</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0101DBF5-6C23-44D5-8E63-337588E693C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9028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1668B-E81F-67D2-087B-041427889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1B2F4-CBCB-ADA4-83CB-269E151E1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5E4B8-CAA5-62E7-7948-2F2249DEC9DB}"/>
              </a:ext>
            </a:extLst>
          </p:cNvPr>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Speaker Notes:</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recent launch of AI Studio allows Acumatica to interact with Large Language Models (LLMs). LLMs are at the core of generative AI which utilizes natural language processing to create content, make decisions based on sentiment analysis, and interact with data in new and exciting ways.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Acumatica’s AI Studio pushes data to your corporate LLM so the LLM can process the data according to your natural language prompt. Then Acumatica can update data or take action based on the results returned from the LLM. For example … </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effectLst/>
                <a:latin typeface="+mn-lt"/>
                <a:ea typeface="+mn-ea"/>
                <a:cs typeface="+mn-cs"/>
              </a:rPr>
              <a:t>Review customer conversations and determine when an opportunity will close or when a case is urgent</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effectLst/>
                <a:latin typeface="+mn-lt"/>
                <a:ea typeface="+mn-ea"/>
                <a:cs typeface="+mn-cs"/>
              </a:rPr>
              <a:t>Summarize data based on a stream of activities and meeting notes</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effectLst/>
                <a:latin typeface="+mn-lt"/>
                <a:ea typeface="+mn-ea"/>
                <a:cs typeface="+mn-cs"/>
              </a:rPr>
              <a:t>Update ERP data while respecting all Acumatica security and business rules </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Generate descriptions for items using worldwide data</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Automatically refine and prepare email communication for vendors and customers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p:txBody>
      </p:sp>
      <p:sp>
        <p:nvSpPr>
          <p:cNvPr id="4" name="Slide Number Placeholder 3">
            <a:extLst>
              <a:ext uri="{FF2B5EF4-FFF2-40B4-BE49-F238E27FC236}">
                <a16:creationId xmlns:a16="http://schemas.microsoft.com/office/drawing/2014/main" id="{EC807760-79EC-A386-9BA7-7BC581A13284}"/>
              </a:ext>
            </a:extLst>
          </p:cNvPr>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0101DBF5-6C23-44D5-8E63-337588E693C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77709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7B5FB-004C-540A-7C68-9BF755931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BB0BC-8FF7-C789-76FA-AB5367496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F5BA5-9E03-CB48-B0D3-0B5673B399C1}"/>
              </a:ext>
            </a:extLst>
          </p:cNvPr>
          <p:cNvSpPr>
            <a:spLocks noGrp="1"/>
          </p:cNvSpPr>
          <p:nvPr>
            <p:ph type="body" idx="1"/>
          </p:nvPr>
        </p:nvSpPr>
        <p:spPr/>
        <p:txBody>
          <a:bodyPr/>
          <a:lstStyle/>
          <a:p>
            <a:r>
              <a:rPr lang="en-US" b="1" dirty="0"/>
              <a:t>Speaker Notes:</a:t>
            </a:r>
          </a:p>
          <a:p>
            <a:r>
              <a:rPr lang="en-US" dirty="0"/>
              <a:t>AI Studio is part of a larger strategy that will allow you to responsibly process ERP data using AI to automate and drive results. </a:t>
            </a:r>
          </a:p>
          <a:p>
            <a:pPr marL="0" indent="0">
              <a:buFont typeface="Arial" panose="020B0604020202020204" pitchFamily="34" charset="0"/>
              <a:buNone/>
            </a:pPr>
            <a:r>
              <a:rPr lang="en-US" dirty="0"/>
              <a:t>As AI technology matures, Acumatica’s AI-enabled solution will let you offload tasks such as …</a:t>
            </a:r>
          </a:p>
          <a:p>
            <a:pPr marL="228600" indent="-228600">
              <a:buFont typeface="Arial" panose="020B0604020202020204" pitchFamily="34" charset="0"/>
              <a:buAutoNum type="arabicPeriod"/>
            </a:pPr>
            <a:r>
              <a:rPr lang="en-US" dirty="0"/>
              <a:t>Helpdesk, including in-app suggestions and recommendations</a:t>
            </a:r>
          </a:p>
          <a:p>
            <a:pPr marL="228600" indent="-228600">
              <a:buFont typeface="Arial" panose="020B0604020202020204" pitchFamily="34" charset="0"/>
              <a:buAutoNum type="arabicPeriod"/>
            </a:pPr>
            <a:r>
              <a:rPr lang="en-US" dirty="0"/>
              <a:t>Reporting, so writing queries and configuring dashboards can be done automatically in near-real time</a:t>
            </a:r>
          </a:p>
          <a:p>
            <a:pPr marL="228600" indent="-228600">
              <a:buFont typeface="Arial" panose="020B0604020202020204" pitchFamily="34" charset="0"/>
              <a:buAutoNum type="arabicPeriod"/>
            </a:pPr>
            <a:r>
              <a:rPr lang="en-US" dirty="0"/>
              <a:t>Customization, so you can quickly adapt your system workflows without writing code</a:t>
            </a:r>
          </a:p>
          <a:p>
            <a:pPr marL="228600" indent="-228600">
              <a:buFont typeface="Arial" panose="020B0604020202020204" pitchFamily="34" charset="0"/>
              <a:buAutoNum type="arabicPeriod"/>
            </a:pPr>
            <a:r>
              <a:rPr lang="en-US" dirty="0"/>
              <a:t>Automation, where you deploy agents to perform routine tasks </a:t>
            </a:r>
          </a:p>
          <a:p>
            <a:pPr marL="228600" indent="-228600">
              <a:buFont typeface="Arial" panose="020B0604020202020204" pitchFamily="34" charset="0"/>
              <a:buAutoNum type="arabicPeriod"/>
            </a:pPr>
            <a:r>
              <a:rPr lang="en-US" dirty="0"/>
              <a:t>And in the far future … the system will operate as a virtual employee who never calls in sick or goes on vacation</a:t>
            </a:r>
          </a:p>
          <a:p>
            <a:endParaRPr lang="en-US" dirty="0"/>
          </a:p>
          <a:p>
            <a:endParaRPr lang="en-US" dirty="0"/>
          </a:p>
        </p:txBody>
      </p:sp>
      <p:sp>
        <p:nvSpPr>
          <p:cNvPr id="4" name="Slide Number Placeholder 3">
            <a:extLst>
              <a:ext uri="{FF2B5EF4-FFF2-40B4-BE49-F238E27FC236}">
                <a16:creationId xmlns:a16="http://schemas.microsoft.com/office/drawing/2014/main" id="{1204A87A-BAEF-6A2B-0973-FF3162392B7A}"/>
              </a:ext>
            </a:extLst>
          </p:cNvPr>
          <p:cNvSpPr>
            <a:spLocks noGrp="1"/>
          </p:cNvSpPr>
          <p:nvPr>
            <p:ph type="sldNum" sz="quarter" idx="5"/>
          </p:nvPr>
        </p:nvSpPr>
        <p:spPr/>
        <p:txBody>
          <a:bodyPr/>
          <a:lstStyle/>
          <a:p>
            <a:fld id="{0101DBF5-6C23-44D5-8E63-337588E693CF}" type="slidenum">
              <a:rPr lang="en-US" smtClean="0"/>
              <a:pPr/>
              <a:t>5</a:t>
            </a:fld>
            <a:endParaRPr lang="en-US"/>
          </a:p>
        </p:txBody>
      </p:sp>
    </p:spTree>
    <p:extLst>
      <p:ext uri="{BB962C8B-B14F-4D97-AF65-F5344CB8AC3E}">
        <p14:creationId xmlns:p14="http://schemas.microsoft.com/office/powerpoint/2010/main" val="1637266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 Placeholder 19">
            <a:extLst>
              <a:ext uri="{FF2B5EF4-FFF2-40B4-BE49-F238E27FC236}">
                <a16:creationId xmlns:a16="http://schemas.microsoft.com/office/drawing/2014/main" id="{0A25C3EE-4F0D-CB49-BFAE-AFA5F601B49B}"/>
              </a:ext>
            </a:extLst>
          </p:cNvPr>
          <p:cNvSpPr>
            <a:spLocks noGrp="1"/>
          </p:cNvSpPr>
          <p:nvPr>
            <p:ph type="body" sz="quarter" idx="10" hasCustomPrompt="1"/>
          </p:nvPr>
        </p:nvSpPr>
        <p:spPr>
          <a:xfrm>
            <a:off x="3775951" y="3055251"/>
            <a:ext cx="4461024" cy="392278"/>
          </a:xfrm>
          <a:prstGeom prst="rect">
            <a:avLst/>
          </a:prstGeom>
          <a:noFill/>
        </p:spPr>
        <p:txBody>
          <a:bodyPr wrap="square" lIns="0" tIns="0" rIns="0" bIns="0" rtlCol="0">
            <a:normAutofit/>
          </a:bodyPr>
          <a:lstStyle>
            <a:lvl1pPr marL="0" indent="0">
              <a:buNone/>
              <a:defRPr lang="en-US" sz="1500" dirty="0" smtClean="0">
                <a:solidFill>
                  <a:srgbClr val="000033"/>
                </a:solidFill>
                <a:latin typeface="Arial" panose="020B0604020202020204" pitchFamily="34" charset="0"/>
                <a:cs typeface="Arial" panose="020B0604020202020204" pitchFamily="34" charset="0"/>
              </a:defRPr>
            </a:lvl1pPr>
          </a:lstStyle>
          <a:p>
            <a:pPr marL="0" lvl="0"/>
            <a:r>
              <a:rPr lang="en-US"/>
              <a:t>Speaker Name</a:t>
            </a:r>
          </a:p>
        </p:txBody>
      </p:sp>
      <p:sp>
        <p:nvSpPr>
          <p:cNvPr id="15" name="Text Placeholder 19">
            <a:extLst>
              <a:ext uri="{FF2B5EF4-FFF2-40B4-BE49-F238E27FC236}">
                <a16:creationId xmlns:a16="http://schemas.microsoft.com/office/drawing/2014/main" id="{40C48540-3593-FC43-B727-111D78898DAD}"/>
              </a:ext>
            </a:extLst>
          </p:cNvPr>
          <p:cNvSpPr>
            <a:spLocks noGrp="1"/>
          </p:cNvSpPr>
          <p:nvPr>
            <p:ph type="body" sz="quarter" idx="11" hasCustomPrompt="1"/>
          </p:nvPr>
        </p:nvSpPr>
        <p:spPr>
          <a:xfrm>
            <a:off x="3775950" y="3511256"/>
            <a:ext cx="4180805" cy="207287"/>
          </a:xfrm>
          <a:prstGeom prst="rect">
            <a:avLst/>
          </a:prstGeom>
          <a:noFill/>
        </p:spPr>
        <p:txBody>
          <a:bodyPr wrap="square" lIns="0" tIns="0" rIns="0" bIns="0" rtlCol="0">
            <a:normAutofit/>
          </a:bodyPr>
          <a:lstStyle>
            <a:lvl1pPr marL="0" indent="0">
              <a:buNone/>
              <a:defRPr lang="en-US" sz="900" dirty="0" smtClean="0">
                <a:solidFill>
                  <a:srgbClr val="000033"/>
                </a:solidFill>
                <a:latin typeface="Arial" panose="020B0604020202020204" pitchFamily="34" charset="0"/>
                <a:cs typeface="Arial" panose="020B0604020202020204" pitchFamily="34" charset="0"/>
              </a:defRPr>
            </a:lvl1pPr>
          </a:lstStyle>
          <a:p>
            <a:pPr marL="0" lvl="0"/>
            <a:r>
              <a:rPr lang="en-US"/>
              <a:t>Subtitle Goes Here</a:t>
            </a:r>
          </a:p>
        </p:txBody>
      </p:sp>
      <p:sp>
        <p:nvSpPr>
          <p:cNvPr id="16" name="Title 1">
            <a:extLst>
              <a:ext uri="{FF2B5EF4-FFF2-40B4-BE49-F238E27FC236}">
                <a16:creationId xmlns:a16="http://schemas.microsoft.com/office/drawing/2014/main" id="{43859443-5F0A-0F40-8E32-E47E619D4B66}"/>
              </a:ext>
            </a:extLst>
          </p:cNvPr>
          <p:cNvSpPr>
            <a:spLocks noGrp="1"/>
          </p:cNvSpPr>
          <p:nvPr>
            <p:ph type="ctrTitle" hasCustomPrompt="1"/>
          </p:nvPr>
        </p:nvSpPr>
        <p:spPr>
          <a:xfrm>
            <a:off x="3758579" y="1824361"/>
            <a:ext cx="4478396" cy="891654"/>
          </a:xfrm>
          <a:prstGeom prst="rect">
            <a:avLst/>
          </a:prstGeom>
          <a:noFill/>
        </p:spPr>
        <p:txBody>
          <a:bodyPr wrap="square" lIns="0" tIns="0" rIns="0" bIns="0" rtlCol="0" anchor="ctr">
            <a:noAutofit/>
          </a:bodyPr>
          <a:lstStyle>
            <a:lvl1pPr>
              <a:defRPr lang="en-US" sz="3600" b="1" i="0" dirty="0" smtClean="0">
                <a:solidFill>
                  <a:srgbClr val="000033"/>
                </a:solidFill>
                <a:latin typeface="Arial" panose="020B0604020202020204" pitchFamily="34" charset="0"/>
                <a:ea typeface="+mn-ea"/>
                <a:cs typeface="Arial" panose="020B0604020202020204" pitchFamily="34" charset="0"/>
              </a:defRPr>
            </a:lvl1pPr>
          </a:lstStyle>
          <a:p>
            <a:pPr marL="0" lvl="0" defTabSz="457200">
              <a:lnSpc>
                <a:spcPct val="83000"/>
              </a:lnSpc>
              <a:spcAft>
                <a:spcPts val="1200"/>
              </a:spcAft>
            </a:pPr>
            <a:r>
              <a:rPr lang="en-US"/>
              <a:t>Presentation Title Here</a:t>
            </a:r>
          </a:p>
        </p:txBody>
      </p:sp>
      <p:pic>
        <p:nvPicPr>
          <p:cNvPr id="7" name="Graphic 6">
            <a:extLst>
              <a:ext uri="{FF2B5EF4-FFF2-40B4-BE49-F238E27FC236}">
                <a16:creationId xmlns:a16="http://schemas.microsoft.com/office/drawing/2014/main" id="{CD58472F-A03C-9E9A-A599-1CE530018AD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379" y="1654942"/>
            <a:ext cx="2713773" cy="1782962"/>
          </a:xfrm>
          <a:prstGeom prst="rect">
            <a:avLst/>
          </a:prstGeom>
        </p:spPr>
      </p:pic>
      <p:pic>
        <p:nvPicPr>
          <p:cNvPr id="5" name="Picture 4">
            <a:extLst>
              <a:ext uri="{FF2B5EF4-FFF2-40B4-BE49-F238E27FC236}">
                <a16:creationId xmlns:a16="http://schemas.microsoft.com/office/drawing/2014/main" id="{2A3D09B0-3DAB-A79F-5607-647596BF48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792" y="3680972"/>
            <a:ext cx="2451655" cy="1001493"/>
          </a:xfrm>
          <a:prstGeom prst="rect">
            <a:avLst/>
          </a:prstGeom>
        </p:spPr>
      </p:pic>
    </p:spTree>
    <p:extLst>
      <p:ext uri="{BB962C8B-B14F-4D97-AF65-F5344CB8AC3E}">
        <p14:creationId xmlns:p14="http://schemas.microsoft.com/office/powerpoint/2010/main" val="4102454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One Column">
    <p:spTree>
      <p:nvGrpSpPr>
        <p:cNvPr id="1" name=""/>
        <p:cNvGrpSpPr/>
        <p:nvPr/>
      </p:nvGrpSpPr>
      <p:grpSpPr>
        <a:xfrm>
          <a:off x="0" y="0"/>
          <a:ext cx="0" cy="0"/>
          <a:chOff x="0" y="0"/>
          <a:chExt cx="0" cy="0"/>
        </a:xfrm>
      </p:grpSpPr>
      <p:sp>
        <p:nvSpPr>
          <p:cNvPr id="2" name="Title 1"/>
          <p:cNvSpPr>
            <a:spLocks noGrp="1"/>
          </p:cNvSpPr>
          <p:nvPr>
            <p:ph type="title"/>
          </p:nvPr>
        </p:nvSpPr>
        <p:spPr>
          <a:xfrm>
            <a:off x="517895" y="136922"/>
            <a:ext cx="8229600" cy="564356"/>
          </a:xfrm>
          <a:prstGeom prst="rect">
            <a:avLst/>
          </a:prstGeom>
        </p:spPr>
        <p:txBody>
          <a:bodyPr anchor="ctr">
            <a:normAutofit/>
          </a:bodyPr>
          <a:lstStyle>
            <a:lvl1pPr>
              <a:defRPr sz="1800" b="1">
                <a:solidFill>
                  <a:srgbClr val="000033"/>
                </a:solidFill>
              </a:defRPr>
            </a:lvl1pPr>
          </a:lstStyle>
          <a:p>
            <a:r>
              <a:rPr lang="en-US"/>
              <a:t>Click to edit Master title style</a:t>
            </a:r>
          </a:p>
        </p:txBody>
      </p:sp>
      <p:sp>
        <p:nvSpPr>
          <p:cNvPr id="5" name="Text Placeholder 4"/>
          <p:cNvSpPr>
            <a:spLocks noGrp="1"/>
          </p:cNvSpPr>
          <p:nvPr>
            <p:ph type="body" sz="quarter" idx="13"/>
          </p:nvPr>
        </p:nvSpPr>
        <p:spPr>
          <a:xfrm>
            <a:off x="517895" y="1020762"/>
            <a:ext cx="8229600" cy="3475037"/>
          </a:xfrm>
          <a:prstGeom prst="rect">
            <a:avLst/>
          </a:prstGeom>
        </p:spPr>
        <p:txBody>
          <a:bodyPr/>
          <a:lstStyle>
            <a:lvl1pPr marL="0" indent="0">
              <a:buNone/>
              <a:defRPr sz="1400">
                <a:solidFill>
                  <a:srgbClr val="000033"/>
                </a:solidFill>
              </a:defRPr>
            </a:lvl1pPr>
            <a:lvl2pPr>
              <a:defRPr sz="1200">
                <a:solidFill>
                  <a:schemeClr val="tx1">
                    <a:lumMod val="65000"/>
                    <a:lumOff val="35000"/>
                  </a:schemeClr>
                </a:solidFill>
              </a:defRPr>
            </a:lvl2pPr>
            <a:lvl3pPr>
              <a:defRPr sz="1200">
                <a:solidFill>
                  <a:schemeClr val="tx1">
                    <a:lumMod val="65000"/>
                    <a:lumOff val="35000"/>
                  </a:schemeClr>
                </a:solidFill>
              </a:defRPr>
            </a:lvl3pPr>
            <a:lvl4pPr>
              <a:buNone/>
              <a:defRPr/>
            </a:lvl4pPr>
          </a:lstStyle>
          <a:p>
            <a:pPr lvl="0"/>
            <a:r>
              <a:rPr lang="en-US"/>
              <a:t>Edit Master text styles</a:t>
            </a:r>
          </a:p>
          <a:p>
            <a:pPr lvl="1"/>
            <a:r>
              <a:rPr lang="en-US"/>
              <a:t>Second level</a:t>
            </a:r>
          </a:p>
          <a:p>
            <a:pPr lvl="2"/>
            <a:r>
              <a:rPr lang="en-US"/>
              <a:t>Third level</a:t>
            </a:r>
          </a:p>
        </p:txBody>
      </p:sp>
      <p:sp>
        <p:nvSpPr>
          <p:cNvPr id="14" name="Slide Number Placeholder 5"/>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rgbClr val="A6A6A6"/>
                </a:solidFill>
              </a:rPr>
              <a:pPr algn="r"/>
              <a:t>‹#›</a:t>
            </a:fld>
            <a:endParaRPr lang="en-US">
              <a:solidFill>
                <a:srgbClr val="A6A6A6"/>
              </a:solidFill>
            </a:endParaRPr>
          </a:p>
        </p:txBody>
      </p:sp>
      <p:cxnSp>
        <p:nvCxnSpPr>
          <p:cNvPr id="8" name="Straight Connector 7">
            <a:extLst>
              <a:ext uri="{FF2B5EF4-FFF2-40B4-BE49-F238E27FC236}">
                <a16:creationId xmlns:a16="http://schemas.microsoft.com/office/drawing/2014/main" id="{7FED6006-34DF-AE40-B5D3-399A91B3490E}"/>
              </a:ext>
            </a:extLst>
          </p:cNvPr>
          <p:cNvCxnSpPr>
            <a:cxnSpLocks/>
          </p:cNvCxnSpPr>
          <p:nvPr userDrawn="1"/>
        </p:nvCxnSpPr>
        <p:spPr>
          <a:xfrm>
            <a:off x="8446660" y="4641009"/>
            <a:ext cx="0" cy="35026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DC6709B-4F2F-684C-815E-64A032B54360}"/>
              </a:ext>
            </a:extLst>
          </p:cNvPr>
          <p:cNvCxnSpPr/>
          <p:nvPr userDrawn="1"/>
        </p:nvCxnSpPr>
        <p:spPr>
          <a:xfrm>
            <a:off x="517895" y="701278"/>
            <a:ext cx="1923380" cy="0"/>
          </a:xfrm>
          <a:prstGeom prst="line">
            <a:avLst/>
          </a:prstGeom>
          <a:ln/>
        </p:spPr>
        <p:style>
          <a:lnRef idx="1">
            <a:schemeClr val="accent3"/>
          </a:lnRef>
          <a:fillRef idx="0">
            <a:schemeClr val="accent3"/>
          </a:fillRef>
          <a:effectRef idx="0">
            <a:schemeClr val="accent3"/>
          </a:effectRef>
          <a:fontRef idx="minor">
            <a:schemeClr val="tx1"/>
          </a:fontRef>
        </p:style>
      </p:cxnSp>
      <p:pic>
        <p:nvPicPr>
          <p:cNvPr id="6" name="Graphic 5">
            <a:extLst>
              <a:ext uri="{FF2B5EF4-FFF2-40B4-BE49-F238E27FC236}">
                <a16:creationId xmlns:a16="http://schemas.microsoft.com/office/drawing/2014/main" id="{853A4779-21F9-0221-42E1-27862C49229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pic>
        <p:nvPicPr>
          <p:cNvPr id="4" name="Picture 3">
            <a:extLst>
              <a:ext uri="{FF2B5EF4-FFF2-40B4-BE49-F238E27FC236}">
                <a16:creationId xmlns:a16="http://schemas.microsoft.com/office/drawing/2014/main" id="{4C111F6D-2F06-199E-38A4-5E54BE94C32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12720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rk - One Column">
    <p:bg>
      <p:bgPr>
        <a:solidFill>
          <a:schemeClr val="tx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AA5C4D7-3875-DB4B-B599-46A2B8C2E591}"/>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chemeClr val="bg1"/>
                </a:solidFill>
              </a:defRPr>
            </a:lvl1pPr>
          </a:lstStyle>
          <a:p>
            <a:r>
              <a:rPr lang="en-US"/>
              <a:t>Click to edit Master title style</a:t>
            </a:r>
          </a:p>
        </p:txBody>
      </p:sp>
      <p:sp>
        <p:nvSpPr>
          <p:cNvPr id="7" name="Text Placeholder 4">
            <a:extLst>
              <a:ext uri="{FF2B5EF4-FFF2-40B4-BE49-F238E27FC236}">
                <a16:creationId xmlns:a16="http://schemas.microsoft.com/office/drawing/2014/main" id="{A958B066-597F-AB48-996B-D16C37496123}"/>
              </a:ext>
            </a:extLst>
          </p:cNvPr>
          <p:cNvSpPr>
            <a:spLocks noGrp="1"/>
          </p:cNvSpPr>
          <p:nvPr>
            <p:ph type="body" sz="quarter" idx="13"/>
          </p:nvPr>
        </p:nvSpPr>
        <p:spPr>
          <a:xfrm>
            <a:off x="517895" y="1020762"/>
            <a:ext cx="8229600" cy="3475037"/>
          </a:xfrm>
          <a:prstGeom prst="rect">
            <a:avLst/>
          </a:prstGeom>
        </p:spPr>
        <p:txBody>
          <a:bodyPr/>
          <a:lstStyle>
            <a:lvl1pPr marL="0" indent="0">
              <a:buNone/>
              <a:defRPr sz="1400">
                <a:solidFill>
                  <a:schemeClr val="bg1"/>
                </a:solidFill>
              </a:defRPr>
            </a:lvl1pPr>
            <a:lvl2pPr>
              <a:defRPr sz="1200">
                <a:solidFill>
                  <a:schemeClr val="bg1">
                    <a:lumMod val="85000"/>
                  </a:schemeClr>
                </a:solidFill>
              </a:defRPr>
            </a:lvl2pPr>
            <a:lvl3pPr>
              <a:defRPr sz="1200">
                <a:solidFill>
                  <a:schemeClr val="bg1">
                    <a:lumMod val="85000"/>
                  </a:schemeClr>
                </a:solidFill>
              </a:defRPr>
            </a:lvl3pPr>
            <a:lvl4pPr>
              <a:buNone/>
              <a:defRPr/>
            </a:lvl4pPr>
          </a:lstStyle>
          <a:p>
            <a:pPr lvl="0"/>
            <a:r>
              <a:rPr lang="en-US"/>
              <a:t>Edit Master text styles</a:t>
            </a:r>
          </a:p>
          <a:p>
            <a:pPr lvl="1"/>
            <a:r>
              <a:rPr lang="en-US"/>
              <a:t>Second level</a:t>
            </a:r>
          </a:p>
          <a:p>
            <a:pPr lvl="2"/>
            <a:r>
              <a:rPr lang="en-US"/>
              <a:t>Third level</a:t>
            </a:r>
          </a:p>
        </p:txBody>
      </p:sp>
      <p:cxnSp>
        <p:nvCxnSpPr>
          <p:cNvPr id="13" name="Straight Connector 12">
            <a:extLst>
              <a:ext uri="{FF2B5EF4-FFF2-40B4-BE49-F238E27FC236}">
                <a16:creationId xmlns:a16="http://schemas.microsoft.com/office/drawing/2014/main" id="{C6CBD93B-1517-8D41-A840-54B4AEB3DF9C}"/>
              </a:ext>
            </a:extLst>
          </p:cNvPr>
          <p:cNvCxnSpPr/>
          <p:nvPr userDrawn="1"/>
        </p:nvCxnSpPr>
        <p:spPr>
          <a:xfrm>
            <a:off x="517895" y="701278"/>
            <a:ext cx="19233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FEE88388-38F1-69C3-D918-D31389232C6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pic>
        <p:nvPicPr>
          <p:cNvPr id="3" name="Picture 2">
            <a:extLst>
              <a:ext uri="{FF2B5EF4-FFF2-40B4-BE49-F238E27FC236}">
                <a16:creationId xmlns:a16="http://schemas.microsoft.com/office/drawing/2014/main" id="{FE89521F-A7C7-BA5A-B757-67D04CE9E96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2610164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 Two Columns">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517894" y="1020762"/>
            <a:ext cx="3984675" cy="3475037"/>
          </a:xfrm>
          <a:prstGeom prst="rect">
            <a:avLst/>
          </a:prstGeom>
        </p:spPr>
        <p:txBody>
          <a:bodyPr/>
          <a:lstStyle>
            <a:lvl1pPr marL="0" indent="0">
              <a:buNone/>
              <a:defRPr sz="1200" b="1">
                <a:solidFill>
                  <a:schemeClr val="tx2"/>
                </a:solidFill>
              </a:defRPr>
            </a:lvl1pPr>
            <a:lvl2pPr>
              <a:defRPr sz="1200">
                <a:solidFill>
                  <a:schemeClr val="tx2"/>
                </a:solidFill>
              </a:defRPr>
            </a:lvl2pPr>
            <a:lvl3pPr>
              <a:defRPr sz="1000">
                <a:solidFill>
                  <a:schemeClr val="tx2"/>
                </a:solidFill>
              </a:defRPr>
            </a:lvl3pPr>
            <a:lvl4pPr>
              <a:defRPr sz="800">
                <a:solidFill>
                  <a:schemeClr val="tx2"/>
                </a:solidFill>
              </a:defRPr>
            </a:lvl4pPr>
            <a:lvl5pPr>
              <a:defRPr sz="80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1"/>
          <p:cNvSpPr>
            <a:spLocks noGrp="1"/>
          </p:cNvSpPr>
          <p:nvPr>
            <p:ph sz="quarter" idx="14"/>
          </p:nvPr>
        </p:nvSpPr>
        <p:spPr>
          <a:xfrm>
            <a:off x="4637619" y="1020762"/>
            <a:ext cx="4109861" cy="3475037"/>
          </a:xfrm>
          <a:prstGeom prst="rect">
            <a:avLst/>
          </a:prstGeom>
        </p:spPr>
        <p:txBody>
          <a:bodyPr/>
          <a:lstStyle>
            <a:lvl1pPr marL="0" indent="0">
              <a:buNone/>
              <a:defRPr sz="1200" b="1">
                <a:solidFill>
                  <a:schemeClr val="tx2"/>
                </a:solidFill>
              </a:defRPr>
            </a:lvl1pPr>
            <a:lvl2pPr>
              <a:defRPr sz="1200"/>
            </a:lvl2pPr>
            <a:lvl3pPr>
              <a:defRPr sz="1000"/>
            </a:lvl3pPr>
            <a:lvl4pPr>
              <a:defRPr sz="800"/>
            </a:lvl4pPr>
            <a:lvl5pPr>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539FA376-BF38-3148-8CB2-B5431817158F}"/>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rgbClr val="000033"/>
                </a:solidFill>
              </a:defRPr>
            </a:lvl1pPr>
          </a:lstStyle>
          <a:p>
            <a:r>
              <a:rPr lang="en-US"/>
              <a:t>Click to edit Master title style</a:t>
            </a:r>
          </a:p>
        </p:txBody>
      </p:sp>
      <p:sp>
        <p:nvSpPr>
          <p:cNvPr id="10" name="Slide Number Placeholder 5">
            <a:extLst>
              <a:ext uri="{FF2B5EF4-FFF2-40B4-BE49-F238E27FC236}">
                <a16:creationId xmlns:a16="http://schemas.microsoft.com/office/drawing/2014/main" id="{E91B8B34-4F6A-7242-83D4-E17566DE950C}"/>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rgbClr val="A6A6A6"/>
                </a:solidFill>
              </a:rPr>
              <a:pPr algn="r"/>
              <a:t>‹#›</a:t>
            </a:fld>
            <a:endParaRPr lang="en-US">
              <a:solidFill>
                <a:srgbClr val="A6A6A6"/>
              </a:solidFill>
            </a:endParaRPr>
          </a:p>
        </p:txBody>
      </p:sp>
      <p:cxnSp>
        <p:nvCxnSpPr>
          <p:cNvPr id="14" name="Straight Connector 13">
            <a:extLst>
              <a:ext uri="{FF2B5EF4-FFF2-40B4-BE49-F238E27FC236}">
                <a16:creationId xmlns:a16="http://schemas.microsoft.com/office/drawing/2014/main" id="{18CAAE84-FED3-5140-83FE-79C134E7357D}"/>
              </a:ext>
            </a:extLst>
          </p:cNvPr>
          <p:cNvCxnSpPr>
            <a:cxnSpLocks/>
          </p:cNvCxnSpPr>
          <p:nvPr userDrawn="1"/>
        </p:nvCxnSpPr>
        <p:spPr>
          <a:xfrm>
            <a:off x="8446660" y="4641009"/>
            <a:ext cx="0" cy="35026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E2B321-0D2E-8741-A25C-352F7D7EDFFF}"/>
              </a:ext>
            </a:extLst>
          </p:cNvPr>
          <p:cNvCxnSpPr/>
          <p:nvPr userDrawn="1"/>
        </p:nvCxnSpPr>
        <p:spPr>
          <a:xfrm>
            <a:off x="517895" y="701278"/>
            <a:ext cx="1923380" cy="0"/>
          </a:xfrm>
          <a:prstGeom prst="line">
            <a:avLst/>
          </a:prstGeom>
          <a:ln/>
        </p:spPr>
        <p:style>
          <a:lnRef idx="1">
            <a:schemeClr val="accent3"/>
          </a:lnRef>
          <a:fillRef idx="0">
            <a:schemeClr val="accent3"/>
          </a:fillRef>
          <a:effectRef idx="0">
            <a:schemeClr val="accent3"/>
          </a:effectRef>
          <a:fontRef idx="minor">
            <a:schemeClr val="tx1"/>
          </a:fontRef>
        </p:style>
      </p:cxnSp>
      <p:pic>
        <p:nvPicPr>
          <p:cNvPr id="2" name="Graphic 1">
            <a:extLst>
              <a:ext uri="{FF2B5EF4-FFF2-40B4-BE49-F238E27FC236}">
                <a16:creationId xmlns:a16="http://schemas.microsoft.com/office/drawing/2014/main" id="{35D31454-004E-943B-CDC0-059D9E0F5F0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pic>
        <p:nvPicPr>
          <p:cNvPr id="4" name="Picture 3">
            <a:extLst>
              <a:ext uri="{FF2B5EF4-FFF2-40B4-BE49-F238E27FC236}">
                <a16:creationId xmlns:a16="http://schemas.microsoft.com/office/drawing/2014/main" id="{79EF8C54-9D55-4138-45EC-2C5FC4AA482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2691211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rk - Two Columns">
    <p:bg>
      <p:bgPr>
        <a:solidFill>
          <a:schemeClr val="tx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AA5C4D7-3875-DB4B-B599-46A2B8C2E591}"/>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72ABB2A2-B2E8-F341-9C76-67D1A5A084C6}"/>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chemeClr val="bg1"/>
                </a:solidFill>
              </a:rPr>
              <a:pPr algn="r"/>
              <a:t>‹#›</a:t>
            </a:fld>
            <a:endParaRPr lang="en-US">
              <a:solidFill>
                <a:schemeClr val="bg1"/>
              </a:solidFill>
            </a:endParaRPr>
          </a:p>
        </p:txBody>
      </p:sp>
      <p:cxnSp>
        <p:nvCxnSpPr>
          <p:cNvPr id="10" name="Straight Connector 9">
            <a:extLst>
              <a:ext uri="{FF2B5EF4-FFF2-40B4-BE49-F238E27FC236}">
                <a16:creationId xmlns:a16="http://schemas.microsoft.com/office/drawing/2014/main" id="{AFFA5457-746B-B247-93CF-3159FD77234D}"/>
              </a:ext>
            </a:extLst>
          </p:cNvPr>
          <p:cNvCxnSpPr>
            <a:cxnSpLocks/>
          </p:cNvCxnSpPr>
          <p:nvPr userDrawn="1"/>
        </p:nvCxnSpPr>
        <p:spPr>
          <a:xfrm>
            <a:off x="8446660" y="4641009"/>
            <a:ext cx="0" cy="3502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CBD93B-1517-8D41-A840-54B4AEB3DF9C}"/>
              </a:ext>
            </a:extLst>
          </p:cNvPr>
          <p:cNvCxnSpPr/>
          <p:nvPr userDrawn="1"/>
        </p:nvCxnSpPr>
        <p:spPr>
          <a:xfrm>
            <a:off x="517895" y="701278"/>
            <a:ext cx="19233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Content Placeholder 11">
            <a:extLst>
              <a:ext uri="{FF2B5EF4-FFF2-40B4-BE49-F238E27FC236}">
                <a16:creationId xmlns:a16="http://schemas.microsoft.com/office/drawing/2014/main" id="{2FD6145B-2F22-0B4D-AB2A-9FB9206F9B8D}"/>
              </a:ext>
            </a:extLst>
          </p:cNvPr>
          <p:cNvSpPr>
            <a:spLocks noGrp="1"/>
          </p:cNvSpPr>
          <p:nvPr>
            <p:ph sz="quarter" idx="13"/>
          </p:nvPr>
        </p:nvSpPr>
        <p:spPr>
          <a:xfrm>
            <a:off x="517894" y="1020762"/>
            <a:ext cx="3984675" cy="3475037"/>
          </a:xfrm>
          <a:prstGeom prst="rect">
            <a:avLst/>
          </a:prstGeom>
        </p:spPr>
        <p:txBody>
          <a:bodyPr/>
          <a:lstStyle>
            <a:lvl1pPr marL="0" indent="0">
              <a:buNone/>
              <a:defRPr sz="1200" b="1">
                <a:solidFill>
                  <a:schemeClr val="bg1"/>
                </a:solidFill>
              </a:defRPr>
            </a:lvl1pPr>
            <a:lvl2pPr>
              <a:defRPr sz="1200">
                <a:solidFill>
                  <a:schemeClr val="bg1"/>
                </a:solidFill>
              </a:defRPr>
            </a:lvl2pPr>
            <a:lvl3pPr>
              <a:defRPr sz="1000">
                <a:solidFill>
                  <a:schemeClr val="bg1"/>
                </a:solidFill>
              </a:defRPr>
            </a:lvl3pPr>
            <a:lvl4pPr>
              <a:defRPr sz="800">
                <a:solidFill>
                  <a:schemeClr val="bg1"/>
                </a:solidFill>
              </a:defRPr>
            </a:lvl4pPr>
            <a:lvl5pPr>
              <a:defRPr sz="8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1">
            <a:extLst>
              <a:ext uri="{FF2B5EF4-FFF2-40B4-BE49-F238E27FC236}">
                <a16:creationId xmlns:a16="http://schemas.microsoft.com/office/drawing/2014/main" id="{69D2AA27-215A-7347-A426-621AC1FF62DF}"/>
              </a:ext>
            </a:extLst>
          </p:cNvPr>
          <p:cNvSpPr>
            <a:spLocks noGrp="1"/>
          </p:cNvSpPr>
          <p:nvPr>
            <p:ph sz="quarter" idx="14"/>
          </p:nvPr>
        </p:nvSpPr>
        <p:spPr>
          <a:xfrm>
            <a:off x="4637619" y="1020762"/>
            <a:ext cx="4109861" cy="3475037"/>
          </a:xfrm>
          <a:prstGeom prst="rect">
            <a:avLst/>
          </a:prstGeom>
        </p:spPr>
        <p:txBody>
          <a:bodyPr/>
          <a:lstStyle>
            <a:lvl1pPr marL="0" indent="0">
              <a:buNone/>
              <a:defRPr sz="1200" b="1">
                <a:solidFill>
                  <a:schemeClr val="bg1"/>
                </a:solidFill>
              </a:defRPr>
            </a:lvl1pPr>
            <a:lvl2pPr>
              <a:defRPr sz="1200">
                <a:solidFill>
                  <a:schemeClr val="bg1"/>
                </a:solidFill>
              </a:defRPr>
            </a:lvl2pPr>
            <a:lvl3pPr>
              <a:defRPr sz="1000">
                <a:solidFill>
                  <a:schemeClr val="bg1"/>
                </a:solidFill>
              </a:defRPr>
            </a:lvl3pPr>
            <a:lvl4pPr>
              <a:defRPr sz="800">
                <a:solidFill>
                  <a:schemeClr val="bg1"/>
                </a:solidFill>
              </a:defRPr>
            </a:lvl4pPr>
            <a:lvl5pPr>
              <a:defRPr sz="8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A5574FBA-11C6-44DA-7E6D-C1957AAB8429}"/>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pic>
        <p:nvPicPr>
          <p:cNvPr id="2" name="Picture 1">
            <a:extLst>
              <a:ext uri="{FF2B5EF4-FFF2-40B4-BE49-F238E27FC236}">
                <a16:creationId xmlns:a16="http://schemas.microsoft.com/office/drawing/2014/main" id="{14B2A5DF-A9D1-40B3-9C3A-DAAFC27119F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1967702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ght - Three Columns">
    <p:spTree>
      <p:nvGrpSpPr>
        <p:cNvPr id="1" name=""/>
        <p:cNvGrpSpPr/>
        <p:nvPr/>
      </p:nvGrpSpPr>
      <p:grpSpPr>
        <a:xfrm>
          <a:off x="0" y="0"/>
          <a:ext cx="0" cy="0"/>
          <a:chOff x="0" y="0"/>
          <a:chExt cx="0" cy="0"/>
        </a:xfrm>
      </p:grpSpPr>
      <p:sp>
        <p:nvSpPr>
          <p:cNvPr id="5" name="Content Placeholder 4"/>
          <p:cNvSpPr>
            <a:spLocks noGrp="1"/>
          </p:cNvSpPr>
          <p:nvPr>
            <p:ph sz="quarter" idx="13"/>
          </p:nvPr>
        </p:nvSpPr>
        <p:spPr>
          <a:xfrm>
            <a:off x="517894" y="1020762"/>
            <a:ext cx="2609353" cy="3475037"/>
          </a:xfrm>
          <a:prstGeom prst="rect">
            <a:avLst/>
          </a:prstGeom>
        </p:spPr>
        <p:txBody>
          <a:bodyPr>
            <a:normAutofit/>
          </a:bodyPr>
          <a:lstStyle>
            <a:lvl1pPr marL="0" indent="0">
              <a:buNone/>
              <a:defRPr sz="1200" b="1"/>
            </a:lvl1pPr>
            <a:lvl2pPr>
              <a:defRPr sz="1000"/>
            </a:lvl2pPr>
            <a:lvl3pPr>
              <a:defRPr sz="1000"/>
            </a:lvl3pPr>
            <a:lvl4pPr>
              <a:defRPr sz="800"/>
            </a:lvl4pPr>
            <a:lvl5pPr>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4"/>
          <p:cNvSpPr>
            <a:spLocks noGrp="1"/>
          </p:cNvSpPr>
          <p:nvPr>
            <p:ph sz="quarter" idx="14"/>
          </p:nvPr>
        </p:nvSpPr>
        <p:spPr>
          <a:xfrm>
            <a:off x="3236976" y="1020762"/>
            <a:ext cx="2670048" cy="3475037"/>
          </a:xfrm>
          <a:prstGeom prst="rect">
            <a:avLst/>
          </a:prstGeom>
        </p:spPr>
        <p:txBody>
          <a:bodyPr>
            <a:normAutofit/>
          </a:bodyPr>
          <a:lstStyle>
            <a:lvl1pPr marL="0" indent="0">
              <a:buNone/>
              <a:defRPr sz="1200" b="1"/>
            </a:lvl1pPr>
            <a:lvl2pPr>
              <a:defRPr sz="1000"/>
            </a:lvl2pPr>
            <a:lvl3pPr>
              <a:defRPr sz="1000"/>
            </a:lvl3pPr>
            <a:lvl4pPr>
              <a:defRPr sz="800"/>
            </a:lvl4pPr>
            <a:lvl5pPr>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p:cNvSpPr>
            <a:spLocks noGrp="1"/>
          </p:cNvSpPr>
          <p:nvPr>
            <p:ph sz="quarter" idx="15"/>
          </p:nvPr>
        </p:nvSpPr>
        <p:spPr>
          <a:xfrm>
            <a:off x="6016751" y="1020762"/>
            <a:ext cx="2730735" cy="3475037"/>
          </a:xfrm>
          <a:prstGeom prst="rect">
            <a:avLst/>
          </a:prstGeom>
        </p:spPr>
        <p:txBody>
          <a:bodyPr>
            <a:normAutofit/>
          </a:bodyPr>
          <a:lstStyle>
            <a:lvl1pPr marL="0" indent="0">
              <a:buNone/>
              <a:defRPr sz="1200" b="1"/>
            </a:lvl1pPr>
            <a:lvl2pPr>
              <a:defRPr sz="1000"/>
            </a:lvl2pPr>
            <a:lvl3pPr>
              <a:defRPr sz="1000"/>
            </a:lvl3pPr>
            <a:lvl4pPr>
              <a:defRPr sz="800"/>
            </a:lvl4pPr>
            <a:lvl5pPr>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
            <a:extLst>
              <a:ext uri="{FF2B5EF4-FFF2-40B4-BE49-F238E27FC236}">
                <a16:creationId xmlns:a16="http://schemas.microsoft.com/office/drawing/2014/main" id="{BE99887D-11FD-534B-8919-7D86B4449D8F}"/>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rgbClr val="000033"/>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5FA79F1E-1336-144B-8E71-2B16171E098D}"/>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rgbClr val="A6A6A6"/>
                </a:solidFill>
              </a:rPr>
              <a:pPr algn="r"/>
              <a:t>‹#›</a:t>
            </a:fld>
            <a:endParaRPr lang="en-US">
              <a:solidFill>
                <a:srgbClr val="A6A6A6"/>
              </a:solidFill>
            </a:endParaRPr>
          </a:p>
        </p:txBody>
      </p:sp>
      <p:cxnSp>
        <p:nvCxnSpPr>
          <p:cNvPr id="15" name="Straight Connector 14">
            <a:extLst>
              <a:ext uri="{FF2B5EF4-FFF2-40B4-BE49-F238E27FC236}">
                <a16:creationId xmlns:a16="http://schemas.microsoft.com/office/drawing/2014/main" id="{C16FE5C7-5491-1D4B-9C73-B7106273B761}"/>
              </a:ext>
            </a:extLst>
          </p:cNvPr>
          <p:cNvCxnSpPr>
            <a:cxnSpLocks/>
          </p:cNvCxnSpPr>
          <p:nvPr userDrawn="1"/>
        </p:nvCxnSpPr>
        <p:spPr>
          <a:xfrm>
            <a:off x="8446660" y="4641009"/>
            <a:ext cx="0" cy="35026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195755E-07ED-DC4E-BA69-20AB23CD2FC0}"/>
              </a:ext>
            </a:extLst>
          </p:cNvPr>
          <p:cNvCxnSpPr/>
          <p:nvPr userDrawn="1"/>
        </p:nvCxnSpPr>
        <p:spPr>
          <a:xfrm>
            <a:off x="517895" y="701278"/>
            <a:ext cx="1923380" cy="0"/>
          </a:xfrm>
          <a:prstGeom prst="line">
            <a:avLst/>
          </a:prstGeom>
          <a:ln>
            <a:solidFill>
              <a:srgbClr val="33CCFF"/>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3F1AFD50-2F1A-CB70-001B-8E0822FF81D7}"/>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pic>
        <p:nvPicPr>
          <p:cNvPr id="4" name="Picture 3">
            <a:extLst>
              <a:ext uri="{FF2B5EF4-FFF2-40B4-BE49-F238E27FC236}">
                <a16:creationId xmlns:a16="http://schemas.microsoft.com/office/drawing/2014/main" id="{494BF5CB-CC63-71B3-6F18-CE6574F335F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3821887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 - Three Columns">
    <p:bg>
      <p:bgPr>
        <a:solidFill>
          <a:schemeClr val="tx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AA5C4D7-3875-DB4B-B599-46A2B8C2E591}"/>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72ABB2A2-B2E8-F341-9C76-67D1A5A084C6}"/>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chemeClr val="bg1"/>
                </a:solidFill>
              </a:rPr>
              <a:pPr algn="r"/>
              <a:t>‹#›</a:t>
            </a:fld>
            <a:endParaRPr lang="en-US">
              <a:solidFill>
                <a:schemeClr val="bg1"/>
              </a:solidFill>
            </a:endParaRPr>
          </a:p>
        </p:txBody>
      </p:sp>
      <p:cxnSp>
        <p:nvCxnSpPr>
          <p:cNvPr id="10" name="Straight Connector 9">
            <a:extLst>
              <a:ext uri="{FF2B5EF4-FFF2-40B4-BE49-F238E27FC236}">
                <a16:creationId xmlns:a16="http://schemas.microsoft.com/office/drawing/2014/main" id="{AFFA5457-746B-B247-93CF-3159FD77234D}"/>
              </a:ext>
            </a:extLst>
          </p:cNvPr>
          <p:cNvCxnSpPr>
            <a:cxnSpLocks/>
          </p:cNvCxnSpPr>
          <p:nvPr userDrawn="1"/>
        </p:nvCxnSpPr>
        <p:spPr>
          <a:xfrm>
            <a:off x="8446660" y="4641009"/>
            <a:ext cx="0" cy="3502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CBD93B-1517-8D41-A840-54B4AEB3DF9C}"/>
              </a:ext>
            </a:extLst>
          </p:cNvPr>
          <p:cNvCxnSpPr/>
          <p:nvPr userDrawn="1"/>
        </p:nvCxnSpPr>
        <p:spPr>
          <a:xfrm>
            <a:off x="517895" y="701278"/>
            <a:ext cx="19233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Content Placeholder 4">
            <a:extLst>
              <a:ext uri="{FF2B5EF4-FFF2-40B4-BE49-F238E27FC236}">
                <a16:creationId xmlns:a16="http://schemas.microsoft.com/office/drawing/2014/main" id="{23F17DDD-101F-F046-8847-831F1CF02C38}"/>
              </a:ext>
            </a:extLst>
          </p:cNvPr>
          <p:cNvSpPr>
            <a:spLocks noGrp="1"/>
          </p:cNvSpPr>
          <p:nvPr>
            <p:ph sz="quarter" idx="13"/>
          </p:nvPr>
        </p:nvSpPr>
        <p:spPr>
          <a:xfrm>
            <a:off x="517894" y="1020762"/>
            <a:ext cx="2609353" cy="3475037"/>
          </a:xfrm>
          <a:prstGeom prst="rect">
            <a:avLst/>
          </a:prstGeom>
        </p:spPr>
        <p:txBody>
          <a:bodyPr>
            <a:normAutofit/>
          </a:bodyPr>
          <a:lstStyle>
            <a:lvl1pPr marL="0" indent="0">
              <a:buNone/>
              <a:defRPr sz="1200" b="1">
                <a:solidFill>
                  <a:schemeClr val="bg1"/>
                </a:solidFill>
              </a:defRPr>
            </a:lvl1pPr>
            <a:lvl2pPr>
              <a:defRPr sz="1000">
                <a:solidFill>
                  <a:schemeClr val="bg1"/>
                </a:solidFill>
              </a:defRPr>
            </a:lvl2pPr>
            <a:lvl3pPr>
              <a:defRPr sz="1000">
                <a:solidFill>
                  <a:schemeClr val="bg1"/>
                </a:solidFill>
              </a:defRPr>
            </a:lvl3pPr>
            <a:lvl4pPr>
              <a:defRPr sz="800">
                <a:solidFill>
                  <a:schemeClr val="bg1"/>
                </a:solidFill>
              </a:defRPr>
            </a:lvl4pPr>
            <a:lvl5pPr>
              <a:defRPr sz="8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4">
            <a:extLst>
              <a:ext uri="{FF2B5EF4-FFF2-40B4-BE49-F238E27FC236}">
                <a16:creationId xmlns:a16="http://schemas.microsoft.com/office/drawing/2014/main" id="{4A95D3C2-1BB4-0E49-A529-52C5053237A6}"/>
              </a:ext>
            </a:extLst>
          </p:cNvPr>
          <p:cNvSpPr>
            <a:spLocks noGrp="1"/>
          </p:cNvSpPr>
          <p:nvPr>
            <p:ph sz="quarter" idx="14"/>
          </p:nvPr>
        </p:nvSpPr>
        <p:spPr>
          <a:xfrm>
            <a:off x="3236976" y="1020762"/>
            <a:ext cx="2670048" cy="3475037"/>
          </a:xfrm>
          <a:prstGeom prst="rect">
            <a:avLst/>
          </a:prstGeom>
        </p:spPr>
        <p:txBody>
          <a:bodyPr>
            <a:normAutofit/>
          </a:bodyPr>
          <a:lstStyle>
            <a:lvl1pPr marL="0" indent="0">
              <a:buNone/>
              <a:defRPr sz="1200" b="1">
                <a:solidFill>
                  <a:schemeClr val="bg1"/>
                </a:solidFill>
              </a:defRPr>
            </a:lvl1pPr>
            <a:lvl2pPr>
              <a:defRPr sz="1000">
                <a:solidFill>
                  <a:schemeClr val="bg1"/>
                </a:solidFill>
              </a:defRPr>
            </a:lvl2pPr>
            <a:lvl3pPr>
              <a:defRPr sz="1000">
                <a:solidFill>
                  <a:schemeClr val="bg1"/>
                </a:solidFill>
              </a:defRPr>
            </a:lvl3pPr>
            <a:lvl4pPr>
              <a:defRPr sz="800">
                <a:solidFill>
                  <a:schemeClr val="bg1"/>
                </a:solidFill>
              </a:defRPr>
            </a:lvl4pPr>
            <a:lvl5pPr>
              <a:defRPr sz="8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4">
            <a:extLst>
              <a:ext uri="{FF2B5EF4-FFF2-40B4-BE49-F238E27FC236}">
                <a16:creationId xmlns:a16="http://schemas.microsoft.com/office/drawing/2014/main" id="{78F59991-4C1A-C04E-B66A-12F62504AC08}"/>
              </a:ext>
            </a:extLst>
          </p:cNvPr>
          <p:cNvSpPr>
            <a:spLocks noGrp="1"/>
          </p:cNvSpPr>
          <p:nvPr>
            <p:ph sz="quarter" idx="15"/>
          </p:nvPr>
        </p:nvSpPr>
        <p:spPr>
          <a:xfrm>
            <a:off x="6016751" y="1020762"/>
            <a:ext cx="2730735" cy="3475037"/>
          </a:xfrm>
          <a:prstGeom prst="rect">
            <a:avLst/>
          </a:prstGeom>
        </p:spPr>
        <p:txBody>
          <a:bodyPr>
            <a:normAutofit/>
          </a:bodyPr>
          <a:lstStyle>
            <a:lvl1pPr marL="0" indent="0">
              <a:buNone/>
              <a:defRPr sz="1200" b="1">
                <a:solidFill>
                  <a:schemeClr val="bg1"/>
                </a:solidFill>
              </a:defRPr>
            </a:lvl1pPr>
            <a:lvl2pPr>
              <a:defRPr sz="1000">
                <a:solidFill>
                  <a:schemeClr val="bg1"/>
                </a:solidFill>
              </a:defRPr>
            </a:lvl2pPr>
            <a:lvl3pPr>
              <a:defRPr sz="1000">
                <a:solidFill>
                  <a:schemeClr val="bg1"/>
                </a:solidFill>
              </a:defRPr>
            </a:lvl3pPr>
            <a:lvl4pPr>
              <a:defRPr sz="800">
                <a:solidFill>
                  <a:schemeClr val="bg1"/>
                </a:solidFill>
              </a:defRPr>
            </a:lvl4pPr>
            <a:lvl5pPr>
              <a:defRPr sz="8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47A2608B-C50E-BBF7-30B7-17062F86D9C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pic>
        <p:nvPicPr>
          <p:cNvPr id="2" name="Picture 1">
            <a:extLst>
              <a:ext uri="{FF2B5EF4-FFF2-40B4-BE49-F238E27FC236}">
                <a16:creationId xmlns:a16="http://schemas.microsoft.com/office/drawing/2014/main" id="{D53756DB-C8A6-2A36-68A7-E921835A77F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331969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ght - Open Forma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94AE86-9609-454F-B9B6-37CAE682A13C}"/>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rgbClr val="000033"/>
                </a:solidFill>
              </a:defRPr>
            </a:lvl1pPr>
          </a:lstStyle>
          <a:p>
            <a:r>
              <a:rPr lang="en-US"/>
              <a:t>Click to edit Master title style</a:t>
            </a:r>
          </a:p>
        </p:txBody>
      </p:sp>
      <p:cxnSp>
        <p:nvCxnSpPr>
          <p:cNvPr id="6" name="Straight Connector 5">
            <a:extLst>
              <a:ext uri="{FF2B5EF4-FFF2-40B4-BE49-F238E27FC236}">
                <a16:creationId xmlns:a16="http://schemas.microsoft.com/office/drawing/2014/main" id="{142E11C2-26E6-3840-9157-DF739B81FE57}"/>
              </a:ext>
            </a:extLst>
          </p:cNvPr>
          <p:cNvCxnSpPr/>
          <p:nvPr userDrawn="1"/>
        </p:nvCxnSpPr>
        <p:spPr>
          <a:xfrm>
            <a:off x="517895" y="701278"/>
            <a:ext cx="1923380" cy="0"/>
          </a:xfrm>
          <a:prstGeom prst="line">
            <a:avLst/>
          </a:prstGeom>
          <a:ln>
            <a:solidFill>
              <a:srgbClr val="33CCFF"/>
            </a:solidFill>
          </a:ln>
        </p:spPr>
        <p:style>
          <a:lnRef idx="1">
            <a:schemeClr val="accent1"/>
          </a:lnRef>
          <a:fillRef idx="0">
            <a:schemeClr val="accent1"/>
          </a:fillRef>
          <a:effectRef idx="0">
            <a:schemeClr val="accent1"/>
          </a:effectRef>
          <a:fontRef idx="minor">
            <a:schemeClr val="tx1"/>
          </a:fontRef>
        </p:style>
      </p:cxnSp>
      <p:sp>
        <p:nvSpPr>
          <p:cNvPr id="7" name="Slide Number Placeholder 5">
            <a:extLst>
              <a:ext uri="{FF2B5EF4-FFF2-40B4-BE49-F238E27FC236}">
                <a16:creationId xmlns:a16="http://schemas.microsoft.com/office/drawing/2014/main" id="{ACCB329B-5832-694A-893D-B9865F37D549}"/>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rgbClr val="A6A6A6"/>
                </a:solidFill>
              </a:rPr>
              <a:pPr algn="r"/>
              <a:t>‹#›</a:t>
            </a:fld>
            <a:endParaRPr lang="en-US">
              <a:solidFill>
                <a:srgbClr val="A6A6A6"/>
              </a:solidFill>
            </a:endParaRPr>
          </a:p>
        </p:txBody>
      </p:sp>
      <p:cxnSp>
        <p:nvCxnSpPr>
          <p:cNvPr id="9" name="Straight Connector 8">
            <a:extLst>
              <a:ext uri="{FF2B5EF4-FFF2-40B4-BE49-F238E27FC236}">
                <a16:creationId xmlns:a16="http://schemas.microsoft.com/office/drawing/2014/main" id="{C42BB9D4-5162-CC4A-A120-8F065C94F916}"/>
              </a:ext>
            </a:extLst>
          </p:cNvPr>
          <p:cNvCxnSpPr>
            <a:cxnSpLocks/>
          </p:cNvCxnSpPr>
          <p:nvPr userDrawn="1"/>
        </p:nvCxnSpPr>
        <p:spPr>
          <a:xfrm>
            <a:off x="8446660" y="4641009"/>
            <a:ext cx="0" cy="35026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4B407684-7334-F07C-385E-7E58A6CE66A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pic>
        <p:nvPicPr>
          <p:cNvPr id="4" name="Picture 3">
            <a:extLst>
              <a:ext uri="{FF2B5EF4-FFF2-40B4-BE49-F238E27FC236}">
                <a16:creationId xmlns:a16="http://schemas.microsoft.com/office/drawing/2014/main" id="{F0A27236-DF3B-D65E-6B07-498C6ED3014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84376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 - Open Format">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94AE86-9609-454F-B9B6-37CAE682A13C}"/>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chemeClr val="bg1">
                    <a:lumMod val="95000"/>
                  </a:schemeClr>
                </a:solidFill>
              </a:defRPr>
            </a:lvl1pPr>
          </a:lstStyle>
          <a:p>
            <a:r>
              <a:rPr lang="en-US"/>
              <a:t>Click to edit Master title style</a:t>
            </a:r>
          </a:p>
        </p:txBody>
      </p:sp>
      <p:cxnSp>
        <p:nvCxnSpPr>
          <p:cNvPr id="6" name="Straight Connector 5">
            <a:extLst>
              <a:ext uri="{FF2B5EF4-FFF2-40B4-BE49-F238E27FC236}">
                <a16:creationId xmlns:a16="http://schemas.microsoft.com/office/drawing/2014/main" id="{142E11C2-26E6-3840-9157-DF739B81FE57}"/>
              </a:ext>
            </a:extLst>
          </p:cNvPr>
          <p:cNvCxnSpPr/>
          <p:nvPr userDrawn="1"/>
        </p:nvCxnSpPr>
        <p:spPr>
          <a:xfrm>
            <a:off x="517895" y="701278"/>
            <a:ext cx="1923380" cy="0"/>
          </a:xfrm>
          <a:prstGeom prst="line">
            <a:avLst/>
          </a:prstGeom>
          <a:ln>
            <a:solidFill>
              <a:srgbClr val="33CCFF"/>
            </a:solidFill>
          </a:ln>
        </p:spPr>
        <p:style>
          <a:lnRef idx="1">
            <a:schemeClr val="accent1"/>
          </a:lnRef>
          <a:fillRef idx="0">
            <a:schemeClr val="accent1"/>
          </a:fillRef>
          <a:effectRef idx="0">
            <a:schemeClr val="accent1"/>
          </a:effectRef>
          <a:fontRef idx="minor">
            <a:schemeClr val="tx1"/>
          </a:fontRef>
        </p:style>
      </p:cxnSp>
      <p:sp>
        <p:nvSpPr>
          <p:cNvPr id="10" name="Slide Number Placeholder 5">
            <a:extLst>
              <a:ext uri="{FF2B5EF4-FFF2-40B4-BE49-F238E27FC236}">
                <a16:creationId xmlns:a16="http://schemas.microsoft.com/office/drawing/2014/main" id="{4A4A1095-5BBF-AE42-86CA-A5DB6D092B76}"/>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chemeClr val="bg1"/>
                </a:solidFill>
              </a:rPr>
              <a:pPr algn="r"/>
              <a:t>‹#›</a:t>
            </a:fld>
            <a:endParaRPr lang="en-US">
              <a:solidFill>
                <a:schemeClr val="bg1"/>
              </a:solidFill>
            </a:endParaRPr>
          </a:p>
        </p:txBody>
      </p:sp>
      <p:cxnSp>
        <p:nvCxnSpPr>
          <p:cNvPr id="11" name="Straight Connector 10">
            <a:extLst>
              <a:ext uri="{FF2B5EF4-FFF2-40B4-BE49-F238E27FC236}">
                <a16:creationId xmlns:a16="http://schemas.microsoft.com/office/drawing/2014/main" id="{FEE7DEBE-F910-4A41-95A5-B5067E36073B}"/>
              </a:ext>
            </a:extLst>
          </p:cNvPr>
          <p:cNvCxnSpPr>
            <a:cxnSpLocks/>
          </p:cNvCxnSpPr>
          <p:nvPr userDrawn="1"/>
        </p:nvCxnSpPr>
        <p:spPr>
          <a:xfrm>
            <a:off x="8446660" y="4641009"/>
            <a:ext cx="0" cy="3502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7D48A268-F778-72E1-A76E-03830043B27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pic>
        <p:nvPicPr>
          <p:cNvPr id="2" name="Picture 1">
            <a:extLst>
              <a:ext uri="{FF2B5EF4-FFF2-40B4-BE49-F238E27FC236}">
                <a16:creationId xmlns:a16="http://schemas.microsoft.com/office/drawing/2014/main" id="{E326ADE0-9807-AD43-A88E-F823C03EFA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945961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ight - Blank">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F4521C2-4E4F-CA49-9B88-FF2A9225017F}"/>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rgbClr val="A6A6A6"/>
                </a:solidFill>
              </a:rPr>
              <a:pPr algn="r"/>
              <a:t>‹#›</a:t>
            </a:fld>
            <a:endParaRPr lang="en-US">
              <a:solidFill>
                <a:srgbClr val="A6A6A6"/>
              </a:solidFill>
            </a:endParaRPr>
          </a:p>
        </p:txBody>
      </p:sp>
      <p:cxnSp>
        <p:nvCxnSpPr>
          <p:cNvPr id="6" name="Straight Connector 5">
            <a:extLst>
              <a:ext uri="{FF2B5EF4-FFF2-40B4-BE49-F238E27FC236}">
                <a16:creationId xmlns:a16="http://schemas.microsoft.com/office/drawing/2014/main" id="{3C2B3082-1701-544A-951B-628B225D65D7}"/>
              </a:ext>
            </a:extLst>
          </p:cNvPr>
          <p:cNvCxnSpPr>
            <a:cxnSpLocks/>
          </p:cNvCxnSpPr>
          <p:nvPr userDrawn="1"/>
        </p:nvCxnSpPr>
        <p:spPr>
          <a:xfrm>
            <a:off x="8446660" y="4641009"/>
            <a:ext cx="0" cy="35026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075ACC91-4BE9-F730-947C-4542675B816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pic>
        <p:nvPicPr>
          <p:cNvPr id="5" name="Picture 4">
            <a:extLst>
              <a:ext uri="{FF2B5EF4-FFF2-40B4-BE49-F238E27FC236}">
                <a16:creationId xmlns:a16="http://schemas.microsoft.com/office/drawing/2014/main" id="{AAC1ED80-48C0-E78D-14CB-93C7CB5442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1679725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ark - Blank">
    <p:bg>
      <p:bgPr>
        <a:solidFill>
          <a:schemeClr val="tx2"/>
        </a:solidFill>
        <a:effectLst/>
      </p:bgPr>
    </p:bg>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5B6932F6-5551-034D-ACF9-C97753F774BF}"/>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chemeClr val="bg1"/>
                </a:solidFill>
              </a:rPr>
              <a:pPr algn="r"/>
              <a:t>‹#›</a:t>
            </a:fld>
            <a:endParaRPr lang="en-US">
              <a:solidFill>
                <a:schemeClr val="bg1"/>
              </a:solidFill>
            </a:endParaRPr>
          </a:p>
        </p:txBody>
      </p:sp>
      <p:cxnSp>
        <p:nvCxnSpPr>
          <p:cNvPr id="8" name="Straight Connector 7">
            <a:extLst>
              <a:ext uri="{FF2B5EF4-FFF2-40B4-BE49-F238E27FC236}">
                <a16:creationId xmlns:a16="http://schemas.microsoft.com/office/drawing/2014/main" id="{F9C04F79-DE0D-C748-BAD6-3AD30A297790}"/>
              </a:ext>
            </a:extLst>
          </p:cNvPr>
          <p:cNvCxnSpPr>
            <a:cxnSpLocks/>
          </p:cNvCxnSpPr>
          <p:nvPr userDrawn="1"/>
        </p:nvCxnSpPr>
        <p:spPr>
          <a:xfrm>
            <a:off x="8446660" y="4641009"/>
            <a:ext cx="0" cy="3502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F7518231-ED5A-F8E3-68CB-F5D58078DCC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pic>
        <p:nvPicPr>
          <p:cNvPr id="2" name="Picture 1">
            <a:extLst>
              <a:ext uri="{FF2B5EF4-FFF2-40B4-BE49-F238E27FC236}">
                <a16:creationId xmlns:a16="http://schemas.microsoft.com/office/drawing/2014/main" id="{9BE2F724-B22D-F7AB-CA06-CD5D7C70E2C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693678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 Section Page">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C28A3A2-2B12-DE68-FB45-3D69436C1AA9}"/>
              </a:ext>
            </a:extLst>
          </p:cNvPr>
          <p:cNvSpPr>
            <a:spLocks noGrp="1"/>
          </p:cNvSpPr>
          <p:nvPr>
            <p:ph type="body" sz="quarter" idx="10" hasCustomPrompt="1"/>
          </p:nvPr>
        </p:nvSpPr>
        <p:spPr>
          <a:xfrm>
            <a:off x="1593671" y="2266731"/>
            <a:ext cx="6968438" cy="543534"/>
          </a:xfrm>
          <a:prstGeom prst="rect">
            <a:avLst/>
          </a:prstGeom>
        </p:spPr>
        <p:txBody>
          <a:bodyPr/>
          <a:lstStyle>
            <a:lvl1pPr marL="0" indent="0">
              <a:buNone/>
              <a:defRPr sz="2800">
                <a:solidFill>
                  <a:srgbClr val="000033"/>
                </a:solidFill>
              </a:defRPr>
            </a:lvl1pPr>
          </a:lstStyle>
          <a:p>
            <a:pPr lvl="0"/>
            <a:r>
              <a:rPr lang="en-US"/>
              <a:t>Section Title</a:t>
            </a:r>
          </a:p>
        </p:txBody>
      </p:sp>
      <p:pic>
        <p:nvPicPr>
          <p:cNvPr id="4" name="Graphic 3">
            <a:extLst>
              <a:ext uri="{FF2B5EF4-FFF2-40B4-BE49-F238E27FC236}">
                <a16:creationId xmlns:a16="http://schemas.microsoft.com/office/drawing/2014/main" id="{838A9971-94BE-36F8-935A-64A6F16F93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73516" y="2181686"/>
            <a:ext cx="682437" cy="691915"/>
          </a:xfrm>
          <a:prstGeom prst="rect">
            <a:avLst/>
          </a:prstGeom>
        </p:spPr>
      </p:pic>
    </p:spTree>
    <p:extLst>
      <p:ext uri="{BB962C8B-B14F-4D97-AF65-F5344CB8AC3E}">
        <p14:creationId xmlns:p14="http://schemas.microsoft.com/office/powerpoint/2010/main" val="1095407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 Section Page">
    <p:bg>
      <p:bgPr>
        <a:solidFill>
          <a:srgbClr val="000033"/>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0CBB7E44-B7EF-E75E-60CC-442100153DBB}"/>
              </a:ext>
            </a:extLst>
          </p:cNvPr>
          <p:cNvSpPr>
            <a:spLocks noGrp="1"/>
          </p:cNvSpPr>
          <p:nvPr>
            <p:ph type="body" sz="quarter" idx="10" hasCustomPrompt="1"/>
          </p:nvPr>
        </p:nvSpPr>
        <p:spPr>
          <a:xfrm>
            <a:off x="1593671" y="2266731"/>
            <a:ext cx="6968438" cy="543534"/>
          </a:xfrm>
          <a:prstGeom prst="rect">
            <a:avLst/>
          </a:prstGeom>
        </p:spPr>
        <p:txBody>
          <a:bodyPr/>
          <a:lstStyle>
            <a:lvl1pPr marL="0" indent="0">
              <a:buNone/>
              <a:defRPr sz="2800">
                <a:solidFill>
                  <a:schemeClr val="bg1"/>
                </a:solidFill>
              </a:defRPr>
            </a:lvl1pPr>
          </a:lstStyle>
          <a:p>
            <a:pPr lvl="0"/>
            <a:r>
              <a:rPr lang="en-US"/>
              <a:t>Section Title</a:t>
            </a:r>
          </a:p>
        </p:txBody>
      </p:sp>
      <p:pic>
        <p:nvPicPr>
          <p:cNvPr id="2" name="Graphic 1">
            <a:extLst>
              <a:ext uri="{FF2B5EF4-FFF2-40B4-BE49-F238E27FC236}">
                <a16:creationId xmlns:a16="http://schemas.microsoft.com/office/drawing/2014/main" id="{8D35D7E4-4D20-E77D-690B-45D86D1F6B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73516" y="2181686"/>
            <a:ext cx="682437" cy="691915"/>
          </a:xfrm>
          <a:prstGeom prst="rect">
            <a:avLst/>
          </a:prstGeom>
        </p:spPr>
      </p:pic>
    </p:spTree>
    <p:extLst>
      <p:ext uri="{BB962C8B-B14F-4D97-AF65-F5344CB8AC3E}">
        <p14:creationId xmlns:p14="http://schemas.microsoft.com/office/powerpoint/2010/main" val="3891048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confidentiality">
    <p:spTree>
      <p:nvGrpSpPr>
        <p:cNvPr id="1" name=""/>
        <p:cNvGrpSpPr/>
        <p:nvPr/>
      </p:nvGrpSpPr>
      <p:grpSpPr>
        <a:xfrm>
          <a:off x="0" y="0"/>
          <a:ext cx="0" cy="0"/>
          <a:chOff x="0" y="0"/>
          <a:chExt cx="0" cy="0"/>
        </a:xfrm>
      </p:grpSpPr>
      <p:sp>
        <p:nvSpPr>
          <p:cNvPr id="14" name="Slide Number Placeholder 5"/>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rgbClr val="000033"/>
                </a:solidFill>
                <a:latin typeface="Arial" panose="020B0604020202020204" pitchFamily="34" charset="0"/>
                <a:cs typeface="Arial" panose="020B0604020202020204" pitchFamily="34" charset="0"/>
              </a:rPr>
              <a:pPr algn="r"/>
              <a:t>‹#›</a:t>
            </a:fld>
            <a:endParaRPr lang="en-US">
              <a:solidFill>
                <a:srgbClr val="000033"/>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7FED6006-34DF-AE40-B5D3-399A91B3490E}"/>
              </a:ext>
            </a:extLst>
          </p:cNvPr>
          <p:cNvCxnSpPr>
            <a:cxnSpLocks/>
          </p:cNvCxnSpPr>
          <p:nvPr userDrawn="1"/>
        </p:nvCxnSpPr>
        <p:spPr>
          <a:xfrm>
            <a:off x="8446660" y="4641009"/>
            <a:ext cx="0" cy="350260"/>
          </a:xfrm>
          <a:prstGeom prst="line">
            <a:avLst/>
          </a:prstGeom>
          <a:ln w="12700">
            <a:solidFill>
              <a:srgbClr val="000033"/>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6933BBF-F041-ED47-19EA-7170C2732B73}"/>
              </a:ext>
            </a:extLst>
          </p:cNvPr>
          <p:cNvSpPr/>
          <p:nvPr userDrawn="1"/>
        </p:nvSpPr>
        <p:spPr>
          <a:xfrm>
            <a:off x="451096" y="3152161"/>
            <a:ext cx="2528928" cy="1138773"/>
          </a:xfrm>
          <a:prstGeom prst="rect">
            <a:avLst/>
          </a:prstGeom>
        </p:spPr>
        <p:txBody>
          <a:bodyPr wrap="square" lIns="0" tIns="0" rIns="0" bIns="0" numCol="1">
            <a:spAutoFit/>
          </a:bodyPr>
          <a:lstStyle/>
          <a:p>
            <a:r>
              <a:rPr lang="en-US" sz="1000" b="1">
                <a:solidFill>
                  <a:srgbClr val="000033"/>
                </a:solidFill>
                <a:latin typeface="Arial" panose="020B0604020202020204" pitchFamily="34" charset="0"/>
                <a:cs typeface="Arial" panose="020B0604020202020204" pitchFamily="34" charset="0"/>
              </a:rPr>
              <a:t>No Reliance</a:t>
            </a:r>
            <a:r>
              <a:rPr lang="en-US" sz="1000">
                <a:solidFill>
                  <a:srgbClr val="000033"/>
                </a:solidFill>
                <a:latin typeface="Arial" panose="020B0604020202020204" pitchFamily="34" charset="0"/>
                <a:cs typeface="Arial" panose="020B0604020202020204" pitchFamily="34" charset="0"/>
              </a:rPr>
              <a:t> </a:t>
            </a:r>
          </a:p>
          <a:p>
            <a:pPr>
              <a:spcAft>
                <a:spcPts val="600"/>
              </a:spcAft>
            </a:pPr>
            <a:r>
              <a:rPr lang="en-US" sz="700">
                <a:solidFill>
                  <a:srgbClr val="000033"/>
                </a:solidFill>
                <a:latin typeface="Arial" panose="020B0604020202020204" pitchFamily="34" charset="0"/>
                <a:cs typeface="Arial" panose="020B0604020202020204" pitchFamily="34" charset="0"/>
              </a:rPr>
              <a:t>This document is subject to change without notice. Acumatica cannot guarantee completion of any future products or program features/enhancements described in this document, and no reliance should be placed on their availability. </a:t>
            </a:r>
          </a:p>
          <a:p>
            <a:r>
              <a:rPr lang="en-US" sz="1000" b="1">
                <a:solidFill>
                  <a:srgbClr val="000033"/>
                </a:solidFill>
                <a:latin typeface="Arial" panose="020B0604020202020204" pitchFamily="34" charset="0"/>
                <a:cs typeface="Arial" panose="020B0604020202020204" pitchFamily="34" charset="0"/>
              </a:rPr>
              <a:t>Confidentiality </a:t>
            </a:r>
            <a:br>
              <a:rPr lang="en-US" sz="800" b="1">
                <a:solidFill>
                  <a:srgbClr val="000033"/>
                </a:solidFill>
                <a:latin typeface="Arial" panose="020B0604020202020204" pitchFamily="34" charset="0"/>
                <a:cs typeface="Arial" panose="020B0604020202020204" pitchFamily="34" charset="0"/>
              </a:rPr>
            </a:br>
            <a:r>
              <a:rPr lang="en-US" sz="700">
                <a:solidFill>
                  <a:srgbClr val="000033"/>
                </a:solidFill>
                <a:latin typeface="Arial" panose="020B0604020202020204" pitchFamily="34" charset="0"/>
                <a:cs typeface="Arial" panose="020B0604020202020204" pitchFamily="34" charset="0"/>
              </a:rPr>
              <a:t>This document, including any files contained herein, is confidential information of Acumatica and should not be disclosed to third parties.</a:t>
            </a:r>
          </a:p>
        </p:txBody>
      </p:sp>
      <p:pic>
        <p:nvPicPr>
          <p:cNvPr id="4" name="Graphic 3">
            <a:extLst>
              <a:ext uri="{FF2B5EF4-FFF2-40B4-BE49-F238E27FC236}">
                <a16:creationId xmlns:a16="http://schemas.microsoft.com/office/drawing/2014/main" id="{739A5829-34BD-64A3-C66E-5234900AA1C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pic>
        <p:nvPicPr>
          <p:cNvPr id="5" name="Picture 4">
            <a:extLst>
              <a:ext uri="{FF2B5EF4-FFF2-40B4-BE49-F238E27FC236}">
                <a16:creationId xmlns:a16="http://schemas.microsoft.com/office/drawing/2014/main" id="{0E0BC287-22EB-AF98-5AE2-6A76E881DA2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1333979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 Confidentiality">
    <p:bg>
      <p:bgPr>
        <a:solidFill>
          <a:srgbClr val="000033"/>
        </a:solidFill>
        <a:effectLst/>
      </p:bgPr>
    </p:bg>
    <p:spTree>
      <p:nvGrpSpPr>
        <p:cNvPr id="1" name=""/>
        <p:cNvGrpSpPr/>
        <p:nvPr/>
      </p:nvGrpSpPr>
      <p:grpSpPr>
        <a:xfrm>
          <a:off x="0" y="0"/>
          <a:ext cx="0" cy="0"/>
          <a:chOff x="0" y="0"/>
          <a:chExt cx="0" cy="0"/>
        </a:xfrm>
      </p:grpSpPr>
      <p:sp>
        <p:nvSpPr>
          <p:cNvPr id="6" name="Rectangle 5"/>
          <p:cNvSpPr/>
          <p:nvPr userDrawn="1"/>
        </p:nvSpPr>
        <p:spPr>
          <a:xfrm>
            <a:off x="451096" y="3152161"/>
            <a:ext cx="2528928" cy="1138773"/>
          </a:xfrm>
          <a:prstGeom prst="rect">
            <a:avLst/>
          </a:prstGeom>
        </p:spPr>
        <p:txBody>
          <a:bodyPr wrap="square" lIns="0" tIns="0" rIns="0" bIns="0" numCol="1">
            <a:spAutoFit/>
          </a:bodyPr>
          <a:lstStyle/>
          <a:p>
            <a:r>
              <a:rPr lang="en-US" sz="1000" b="1">
                <a:solidFill>
                  <a:srgbClr val="96A7B8"/>
                </a:solidFill>
                <a:latin typeface="Arial" panose="020B0604020202020204" pitchFamily="34" charset="0"/>
                <a:cs typeface="Arial" panose="020B0604020202020204" pitchFamily="34" charset="0"/>
              </a:rPr>
              <a:t>No Reliance</a:t>
            </a:r>
            <a:r>
              <a:rPr lang="en-US" sz="1000">
                <a:solidFill>
                  <a:srgbClr val="96A7B8"/>
                </a:solidFill>
                <a:latin typeface="Arial" panose="020B0604020202020204" pitchFamily="34" charset="0"/>
                <a:cs typeface="Arial" panose="020B0604020202020204" pitchFamily="34" charset="0"/>
              </a:rPr>
              <a:t> </a:t>
            </a:r>
          </a:p>
          <a:p>
            <a:pPr>
              <a:spcAft>
                <a:spcPts val="600"/>
              </a:spcAft>
            </a:pPr>
            <a:r>
              <a:rPr lang="en-US" sz="700">
                <a:solidFill>
                  <a:schemeClr val="bg1"/>
                </a:solidFill>
                <a:latin typeface="Arial" panose="020B0604020202020204" pitchFamily="34" charset="0"/>
                <a:cs typeface="Arial" panose="020B0604020202020204" pitchFamily="34" charset="0"/>
              </a:rPr>
              <a:t>This document is subject to change without notice. Acumatica cannot guarantee completion of any future products or program features/enhancements described in this document, and no reliance should be placed on their availability. </a:t>
            </a:r>
          </a:p>
          <a:p>
            <a:r>
              <a:rPr lang="en-US" sz="1000" b="1">
                <a:solidFill>
                  <a:srgbClr val="96A7B8"/>
                </a:solidFill>
                <a:latin typeface="Arial" panose="020B0604020202020204" pitchFamily="34" charset="0"/>
                <a:cs typeface="Arial" panose="020B0604020202020204" pitchFamily="34" charset="0"/>
              </a:rPr>
              <a:t>Confidentiality</a:t>
            </a:r>
            <a:r>
              <a:rPr lang="en-US" sz="1000" b="1">
                <a:solidFill>
                  <a:schemeClr val="bg1"/>
                </a:solidFill>
                <a:latin typeface="Arial" panose="020B0604020202020204" pitchFamily="34" charset="0"/>
                <a:cs typeface="Arial" panose="020B0604020202020204" pitchFamily="34" charset="0"/>
              </a:rPr>
              <a:t> </a:t>
            </a:r>
            <a:br>
              <a:rPr lang="en-US" sz="800" b="1">
                <a:solidFill>
                  <a:schemeClr val="bg1"/>
                </a:solidFill>
                <a:latin typeface="Arial" panose="020B0604020202020204" pitchFamily="34" charset="0"/>
                <a:cs typeface="Arial" panose="020B0604020202020204" pitchFamily="34" charset="0"/>
              </a:rPr>
            </a:br>
            <a:r>
              <a:rPr lang="en-US" sz="700">
                <a:solidFill>
                  <a:schemeClr val="bg1"/>
                </a:solidFill>
                <a:latin typeface="Arial" panose="020B0604020202020204" pitchFamily="34" charset="0"/>
                <a:cs typeface="Arial" panose="020B0604020202020204" pitchFamily="34" charset="0"/>
              </a:rPr>
              <a:t>This document, including any files contained herein, is confidential information of Acumatica and should not be disclosed to third parties.</a:t>
            </a:r>
          </a:p>
        </p:txBody>
      </p:sp>
      <p:sp>
        <p:nvSpPr>
          <p:cNvPr id="2" name="Slide Number Placeholder 5">
            <a:extLst>
              <a:ext uri="{FF2B5EF4-FFF2-40B4-BE49-F238E27FC236}">
                <a16:creationId xmlns:a16="http://schemas.microsoft.com/office/drawing/2014/main" id="{D5966BC6-5075-2E86-F3AA-DC2DA189F051}"/>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chemeClr val="bg1"/>
                </a:solidFill>
                <a:latin typeface="Arial" panose="020B0604020202020204" pitchFamily="34" charset="0"/>
                <a:cs typeface="Arial" panose="020B0604020202020204" pitchFamily="34" charset="0"/>
              </a:rPr>
              <a:pPr algn="r"/>
              <a:t>‹#›</a:t>
            </a:fld>
            <a:endParaRPr lang="en-US">
              <a:solidFill>
                <a:schemeClr val="bg1"/>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5D259ECF-FF3A-5D24-E218-FAF4A0A37856}"/>
              </a:ext>
            </a:extLst>
          </p:cNvPr>
          <p:cNvCxnSpPr>
            <a:cxnSpLocks/>
          </p:cNvCxnSpPr>
          <p:nvPr userDrawn="1"/>
        </p:nvCxnSpPr>
        <p:spPr>
          <a:xfrm>
            <a:off x="8446660" y="4641009"/>
            <a:ext cx="0" cy="350260"/>
          </a:xfrm>
          <a:prstGeom prst="line">
            <a:avLst/>
          </a:prstGeom>
          <a:ln w="12700">
            <a:solidFill>
              <a:srgbClr val="96A7B8"/>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32E1ABBF-58FB-68BA-4F03-79DC1132C1E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pic>
        <p:nvPicPr>
          <p:cNvPr id="4" name="Picture 3">
            <a:extLst>
              <a:ext uri="{FF2B5EF4-FFF2-40B4-BE49-F238E27FC236}">
                <a16:creationId xmlns:a16="http://schemas.microsoft.com/office/drawing/2014/main" id="{89661EFA-F5D8-D791-DBE5-2AC9B366F71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59162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0BDDA290-94FE-347E-FAD3-3C8436C90BB2}"/>
              </a:ext>
            </a:extLst>
          </p:cNvPr>
          <p:cNvSpPr>
            <a:spLocks noGrp="1"/>
          </p:cNvSpPr>
          <p:nvPr>
            <p:ph type="body" sz="quarter" idx="10" hasCustomPrompt="1"/>
          </p:nvPr>
        </p:nvSpPr>
        <p:spPr>
          <a:xfrm>
            <a:off x="4113138" y="2832911"/>
            <a:ext cx="2971800" cy="323165"/>
          </a:xfrm>
          <a:prstGeom prst="rect">
            <a:avLst/>
          </a:prstGeom>
        </p:spPr>
        <p:txBody>
          <a:bodyPr>
            <a:spAutoFit/>
          </a:bodyPr>
          <a:lstStyle>
            <a:lvl1pPr marL="0" indent="0">
              <a:spcBef>
                <a:spcPts val="0"/>
              </a:spcBef>
              <a:spcAft>
                <a:spcPts val="0"/>
              </a:spcAft>
              <a:buNone/>
              <a:defRPr sz="1500" b="0">
                <a:solidFill>
                  <a:srgbClr val="000033"/>
                </a:solidFill>
                <a:latin typeface="Arial" panose="020B0604020202020204" pitchFamily="34" charset="0"/>
                <a:cs typeface="Arial" panose="020B0604020202020204" pitchFamily="34" charset="0"/>
              </a:defRPr>
            </a:lvl1pPr>
          </a:lstStyle>
          <a:p>
            <a:pPr lvl="0"/>
            <a:r>
              <a:rPr lang="en-US"/>
              <a:t>Name </a:t>
            </a:r>
          </a:p>
        </p:txBody>
      </p:sp>
      <p:sp>
        <p:nvSpPr>
          <p:cNvPr id="3" name="Text Placeholder 12">
            <a:extLst>
              <a:ext uri="{FF2B5EF4-FFF2-40B4-BE49-F238E27FC236}">
                <a16:creationId xmlns:a16="http://schemas.microsoft.com/office/drawing/2014/main" id="{D99CC945-8619-9B6E-9C68-6F30D71747F2}"/>
              </a:ext>
            </a:extLst>
          </p:cNvPr>
          <p:cNvSpPr>
            <a:spLocks noGrp="1"/>
          </p:cNvSpPr>
          <p:nvPr>
            <p:ph type="body" sz="quarter" idx="12" hasCustomPrompt="1"/>
          </p:nvPr>
        </p:nvSpPr>
        <p:spPr>
          <a:xfrm>
            <a:off x="4113138" y="3202243"/>
            <a:ext cx="2971800" cy="230832"/>
          </a:xfrm>
          <a:prstGeom prst="rect">
            <a:avLst/>
          </a:prstGeom>
        </p:spPr>
        <p:txBody>
          <a:bodyPr>
            <a:spAutoFit/>
          </a:bodyPr>
          <a:lstStyle>
            <a:lvl1pPr marL="0" indent="0">
              <a:spcBef>
                <a:spcPts val="0"/>
              </a:spcBef>
              <a:spcAft>
                <a:spcPts val="0"/>
              </a:spcAft>
              <a:buNone/>
              <a:defRPr sz="900" b="0">
                <a:solidFill>
                  <a:srgbClr val="000033"/>
                </a:solidFill>
                <a:latin typeface="Arial" panose="020B0604020202020204" pitchFamily="34" charset="0"/>
                <a:cs typeface="Arial" panose="020B0604020202020204" pitchFamily="34" charset="0"/>
              </a:defRPr>
            </a:lvl1pPr>
          </a:lstStyle>
          <a:p>
            <a:pPr lvl="0"/>
            <a:r>
              <a:rPr lang="en-US"/>
              <a:t>Contact information</a:t>
            </a:r>
          </a:p>
        </p:txBody>
      </p:sp>
      <p:cxnSp>
        <p:nvCxnSpPr>
          <p:cNvPr id="4" name="Straight Connector 3">
            <a:extLst>
              <a:ext uri="{FF2B5EF4-FFF2-40B4-BE49-F238E27FC236}">
                <a16:creationId xmlns:a16="http://schemas.microsoft.com/office/drawing/2014/main" id="{3AD5AA70-9F61-54B3-66AD-C9D0F862EF01}"/>
              </a:ext>
            </a:extLst>
          </p:cNvPr>
          <p:cNvCxnSpPr>
            <a:cxnSpLocks/>
          </p:cNvCxnSpPr>
          <p:nvPr userDrawn="1"/>
        </p:nvCxnSpPr>
        <p:spPr>
          <a:xfrm>
            <a:off x="4208865" y="3417461"/>
            <a:ext cx="381957" cy="0"/>
          </a:xfrm>
          <a:prstGeom prst="line">
            <a:avLst/>
          </a:prstGeom>
          <a:ln>
            <a:solidFill>
              <a:schemeClr val="accent1"/>
            </a:solidFill>
          </a:ln>
        </p:spPr>
        <p:style>
          <a:lnRef idx="2">
            <a:schemeClr val="accent3"/>
          </a:lnRef>
          <a:fillRef idx="0">
            <a:schemeClr val="accent3"/>
          </a:fillRef>
          <a:effectRef idx="1">
            <a:schemeClr val="accent3"/>
          </a:effectRef>
          <a:fontRef idx="minor">
            <a:schemeClr val="tx1"/>
          </a:fontRef>
        </p:style>
      </p:cxnSp>
      <p:sp>
        <p:nvSpPr>
          <p:cNvPr id="5" name="TextBox 4">
            <a:extLst>
              <a:ext uri="{FF2B5EF4-FFF2-40B4-BE49-F238E27FC236}">
                <a16:creationId xmlns:a16="http://schemas.microsoft.com/office/drawing/2014/main" id="{BB29B2D3-4751-4FCB-617C-7A60ECE00203}"/>
              </a:ext>
            </a:extLst>
          </p:cNvPr>
          <p:cNvSpPr txBox="1"/>
          <p:nvPr userDrawn="1"/>
        </p:nvSpPr>
        <p:spPr>
          <a:xfrm>
            <a:off x="3985650" y="1897094"/>
            <a:ext cx="3342105" cy="552139"/>
          </a:xfrm>
          <a:prstGeom prst="rect">
            <a:avLst/>
          </a:prstGeom>
          <a:noFill/>
        </p:spPr>
        <p:txBody>
          <a:bodyPr wrap="square" rtlCol="0">
            <a:spAutoFit/>
          </a:bodyPr>
          <a:lstStyle/>
          <a:p>
            <a:pPr marL="0" lvl="0" algn="l" defTabSz="457200" rtl="0" eaLnBrk="1" latinLnBrk="0" hangingPunct="1">
              <a:lnSpc>
                <a:spcPct val="83000"/>
              </a:lnSpc>
              <a:spcBef>
                <a:spcPct val="0"/>
              </a:spcBef>
              <a:spcAft>
                <a:spcPts val="1200"/>
              </a:spcAft>
              <a:buNone/>
            </a:pPr>
            <a:r>
              <a:rPr lang="en-US" sz="3600" b="1" i="0" kern="1200">
                <a:solidFill>
                  <a:srgbClr val="000033"/>
                </a:solidFill>
                <a:latin typeface="Arial" panose="020B0604020202020204" pitchFamily="34" charset="0"/>
                <a:ea typeface="+mn-ea"/>
                <a:cs typeface="Arial" panose="020B0604020202020204" pitchFamily="34" charset="0"/>
              </a:rPr>
              <a:t>Thank you</a:t>
            </a:r>
          </a:p>
        </p:txBody>
      </p:sp>
      <p:pic>
        <p:nvPicPr>
          <p:cNvPr id="7" name="Graphic 6">
            <a:extLst>
              <a:ext uri="{FF2B5EF4-FFF2-40B4-BE49-F238E27FC236}">
                <a16:creationId xmlns:a16="http://schemas.microsoft.com/office/drawing/2014/main" id="{571CCBD0-7666-4886-9B0D-D156C9CF8F8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379" y="1654942"/>
            <a:ext cx="2713773" cy="1782962"/>
          </a:xfrm>
          <a:prstGeom prst="rect">
            <a:avLst/>
          </a:prstGeom>
        </p:spPr>
      </p:pic>
      <p:pic>
        <p:nvPicPr>
          <p:cNvPr id="8" name="Picture 7">
            <a:extLst>
              <a:ext uri="{FF2B5EF4-FFF2-40B4-BE49-F238E27FC236}">
                <a16:creationId xmlns:a16="http://schemas.microsoft.com/office/drawing/2014/main" id="{A321868B-8EE5-246E-7872-24E504760D2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792" y="3680972"/>
            <a:ext cx="2451655" cy="1001493"/>
          </a:xfrm>
          <a:prstGeom prst="rect">
            <a:avLst/>
          </a:prstGeom>
        </p:spPr>
      </p:pic>
    </p:spTree>
    <p:extLst>
      <p:ext uri="{BB962C8B-B14F-4D97-AF65-F5344CB8AC3E}">
        <p14:creationId xmlns:p14="http://schemas.microsoft.com/office/powerpoint/2010/main" val="3243449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 Placeholder 19">
            <a:extLst>
              <a:ext uri="{FF2B5EF4-FFF2-40B4-BE49-F238E27FC236}">
                <a16:creationId xmlns:a16="http://schemas.microsoft.com/office/drawing/2014/main" id="{0A25C3EE-4F0D-CB49-BFAE-AFA5F601B49B}"/>
              </a:ext>
            </a:extLst>
          </p:cNvPr>
          <p:cNvSpPr>
            <a:spLocks noGrp="1"/>
          </p:cNvSpPr>
          <p:nvPr>
            <p:ph type="body" sz="quarter" idx="10" hasCustomPrompt="1"/>
          </p:nvPr>
        </p:nvSpPr>
        <p:spPr>
          <a:xfrm>
            <a:off x="3775951" y="3055251"/>
            <a:ext cx="4461024" cy="392278"/>
          </a:xfrm>
          <a:prstGeom prst="rect">
            <a:avLst/>
          </a:prstGeom>
          <a:noFill/>
        </p:spPr>
        <p:txBody>
          <a:bodyPr wrap="square" lIns="0" tIns="0" rIns="0" bIns="0" rtlCol="0">
            <a:normAutofit/>
          </a:bodyPr>
          <a:lstStyle>
            <a:lvl1pPr marL="0" indent="0">
              <a:buNone/>
              <a:defRPr lang="en-US" sz="1500" dirty="0" smtClean="0">
                <a:solidFill>
                  <a:srgbClr val="000033"/>
                </a:solidFill>
                <a:latin typeface="Arial" panose="020B0604020202020204" pitchFamily="34" charset="0"/>
                <a:cs typeface="Arial" panose="020B0604020202020204" pitchFamily="34" charset="0"/>
              </a:defRPr>
            </a:lvl1pPr>
          </a:lstStyle>
          <a:p>
            <a:pPr marL="0" lvl="0"/>
            <a:r>
              <a:rPr lang="en-US"/>
              <a:t>Speaker Name</a:t>
            </a:r>
          </a:p>
        </p:txBody>
      </p:sp>
      <p:sp>
        <p:nvSpPr>
          <p:cNvPr id="15" name="Text Placeholder 19">
            <a:extLst>
              <a:ext uri="{FF2B5EF4-FFF2-40B4-BE49-F238E27FC236}">
                <a16:creationId xmlns:a16="http://schemas.microsoft.com/office/drawing/2014/main" id="{40C48540-3593-FC43-B727-111D78898DAD}"/>
              </a:ext>
            </a:extLst>
          </p:cNvPr>
          <p:cNvSpPr>
            <a:spLocks noGrp="1"/>
          </p:cNvSpPr>
          <p:nvPr>
            <p:ph type="body" sz="quarter" idx="11" hasCustomPrompt="1"/>
          </p:nvPr>
        </p:nvSpPr>
        <p:spPr>
          <a:xfrm>
            <a:off x="3775950" y="3511256"/>
            <a:ext cx="4180805" cy="207287"/>
          </a:xfrm>
          <a:prstGeom prst="rect">
            <a:avLst/>
          </a:prstGeom>
          <a:noFill/>
        </p:spPr>
        <p:txBody>
          <a:bodyPr wrap="square" lIns="0" tIns="0" rIns="0" bIns="0" rtlCol="0">
            <a:normAutofit/>
          </a:bodyPr>
          <a:lstStyle>
            <a:lvl1pPr marL="0" indent="0">
              <a:buNone/>
              <a:defRPr lang="en-US" sz="900" dirty="0" smtClean="0">
                <a:solidFill>
                  <a:srgbClr val="000033"/>
                </a:solidFill>
                <a:latin typeface="Arial" panose="020B0604020202020204" pitchFamily="34" charset="0"/>
                <a:cs typeface="Arial" panose="020B0604020202020204" pitchFamily="34" charset="0"/>
              </a:defRPr>
            </a:lvl1pPr>
          </a:lstStyle>
          <a:p>
            <a:pPr marL="0" lvl="0"/>
            <a:r>
              <a:rPr lang="en-US"/>
              <a:t>Subtitle Goes Here</a:t>
            </a:r>
          </a:p>
        </p:txBody>
      </p:sp>
      <p:sp>
        <p:nvSpPr>
          <p:cNvPr id="16" name="Title 1">
            <a:extLst>
              <a:ext uri="{FF2B5EF4-FFF2-40B4-BE49-F238E27FC236}">
                <a16:creationId xmlns:a16="http://schemas.microsoft.com/office/drawing/2014/main" id="{43859443-5F0A-0F40-8E32-E47E619D4B66}"/>
              </a:ext>
            </a:extLst>
          </p:cNvPr>
          <p:cNvSpPr>
            <a:spLocks noGrp="1"/>
          </p:cNvSpPr>
          <p:nvPr>
            <p:ph type="ctrTitle" hasCustomPrompt="1"/>
          </p:nvPr>
        </p:nvSpPr>
        <p:spPr>
          <a:xfrm>
            <a:off x="3758579" y="1824361"/>
            <a:ext cx="4478396" cy="891654"/>
          </a:xfrm>
          <a:prstGeom prst="rect">
            <a:avLst/>
          </a:prstGeom>
          <a:noFill/>
        </p:spPr>
        <p:txBody>
          <a:bodyPr wrap="square" lIns="0" tIns="0" rIns="0" bIns="0" rtlCol="0" anchor="ctr">
            <a:noAutofit/>
          </a:bodyPr>
          <a:lstStyle>
            <a:lvl1pPr>
              <a:defRPr lang="en-US" sz="3600" b="1" i="0" dirty="0" smtClean="0">
                <a:solidFill>
                  <a:srgbClr val="000033"/>
                </a:solidFill>
                <a:latin typeface="Arial" panose="020B0604020202020204" pitchFamily="34" charset="0"/>
                <a:ea typeface="+mn-ea"/>
                <a:cs typeface="Arial" panose="020B0604020202020204" pitchFamily="34" charset="0"/>
              </a:defRPr>
            </a:lvl1pPr>
          </a:lstStyle>
          <a:p>
            <a:pPr marL="0" lvl="0" defTabSz="457200">
              <a:lnSpc>
                <a:spcPct val="83000"/>
              </a:lnSpc>
              <a:spcAft>
                <a:spcPts val="1200"/>
              </a:spcAft>
            </a:pPr>
            <a:r>
              <a:rPr lang="en-US"/>
              <a:t>Presentation Title Here</a:t>
            </a:r>
          </a:p>
        </p:txBody>
      </p:sp>
      <p:pic>
        <p:nvPicPr>
          <p:cNvPr id="7" name="Graphic 6">
            <a:extLst>
              <a:ext uri="{FF2B5EF4-FFF2-40B4-BE49-F238E27FC236}">
                <a16:creationId xmlns:a16="http://schemas.microsoft.com/office/drawing/2014/main" id="{CD58472F-A03C-9E9A-A599-1CE530018AD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379" y="1654942"/>
            <a:ext cx="2713773" cy="1782962"/>
          </a:xfrm>
          <a:prstGeom prst="rect">
            <a:avLst/>
          </a:prstGeom>
        </p:spPr>
      </p:pic>
    </p:spTree>
    <p:extLst>
      <p:ext uri="{BB962C8B-B14F-4D97-AF65-F5344CB8AC3E}">
        <p14:creationId xmlns:p14="http://schemas.microsoft.com/office/powerpoint/2010/main" val="35620742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 - One Column">
    <p:spTree>
      <p:nvGrpSpPr>
        <p:cNvPr id="1" name=""/>
        <p:cNvGrpSpPr/>
        <p:nvPr/>
      </p:nvGrpSpPr>
      <p:grpSpPr>
        <a:xfrm>
          <a:off x="0" y="0"/>
          <a:ext cx="0" cy="0"/>
          <a:chOff x="0" y="0"/>
          <a:chExt cx="0" cy="0"/>
        </a:xfrm>
      </p:grpSpPr>
      <p:sp>
        <p:nvSpPr>
          <p:cNvPr id="2" name="Title 1"/>
          <p:cNvSpPr>
            <a:spLocks noGrp="1"/>
          </p:cNvSpPr>
          <p:nvPr>
            <p:ph type="title"/>
          </p:nvPr>
        </p:nvSpPr>
        <p:spPr>
          <a:xfrm>
            <a:off x="517895" y="136922"/>
            <a:ext cx="8229600" cy="564356"/>
          </a:xfrm>
          <a:prstGeom prst="rect">
            <a:avLst/>
          </a:prstGeom>
        </p:spPr>
        <p:txBody>
          <a:bodyPr anchor="ctr">
            <a:normAutofit/>
          </a:bodyPr>
          <a:lstStyle>
            <a:lvl1pPr>
              <a:defRPr sz="1800" b="1">
                <a:solidFill>
                  <a:srgbClr val="000033"/>
                </a:solidFill>
              </a:defRPr>
            </a:lvl1pPr>
          </a:lstStyle>
          <a:p>
            <a:r>
              <a:rPr lang="en-US"/>
              <a:t>Click to edit Master title style</a:t>
            </a:r>
          </a:p>
        </p:txBody>
      </p:sp>
      <p:sp>
        <p:nvSpPr>
          <p:cNvPr id="5" name="Text Placeholder 4"/>
          <p:cNvSpPr>
            <a:spLocks noGrp="1"/>
          </p:cNvSpPr>
          <p:nvPr>
            <p:ph type="body" sz="quarter" idx="13"/>
          </p:nvPr>
        </p:nvSpPr>
        <p:spPr>
          <a:xfrm>
            <a:off x="517895" y="1020762"/>
            <a:ext cx="8229600" cy="3475037"/>
          </a:xfrm>
          <a:prstGeom prst="rect">
            <a:avLst/>
          </a:prstGeom>
        </p:spPr>
        <p:txBody>
          <a:bodyPr/>
          <a:lstStyle>
            <a:lvl1pPr marL="0" indent="0">
              <a:buNone/>
              <a:defRPr sz="1400">
                <a:solidFill>
                  <a:srgbClr val="000033"/>
                </a:solidFill>
              </a:defRPr>
            </a:lvl1pPr>
            <a:lvl2pPr marL="230188" indent="-117475">
              <a:defRPr sz="1200">
                <a:solidFill>
                  <a:schemeClr val="tx1">
                    <a:lumMod val="65000"/>
                    <a:lumOff val="35000"/>
                  </a:schemeClr>
                </a:solidFill>
              </a:defRPr>
            </a:lvl2pPr>
            <a:lvl3pPr marL="460375" indent="-114300">
              <a:defRPr sz="1200">
                <a:solidFill>
                  <a:schemeClr val="tx1">
                    <a:lumMod val="65000"/>
                    <a:lumOff val="35000"/>
                  </a:schemeClr>
                </a:solidFill>
              </a:defRPr>
            </a:lvl3pPr>
            <a:lvl4pPr>
              <a:buNone/>
              <a:defRPr/>
            </a:lvl4pPr>
          </a:lstStyle>
          <a:p>
            <a:pPr lvl="0"/>
            <a:r>
              <a:rPr lang="en-US"/>
              <a:t>Edit Master text styles</a:t>
            </a:r>
          </a:p>
          <a:p>
            <a:pPr lvl="1"/>
            <a:r>
              <a:rPr lang="en-US"/>
              <a:t>Second level</a:t>
            </a:r>
          </a:p>
          <a:p>
            <a:pPr lvl="2"/>
            <a:r>
              <a:rPr lang="en-US"/>
              <a:t>Third level</a:t>
            </a:r>
          </a:p>
        </p:txBody>
      </p:sp>
      <p:sp>
        <p:nvSpPr>
          <p:cNvPr id="14" name="Slide Number Placeholder 5"/>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rgbClr val="A6A6A6"/>
                </a:solidFill>
              </a:rPr>
              <a:pPr algn="r"/>
              <a:t>‹#›</a:t>
            </a:fld>
            <a:endParaRPr lang="en-US">
              <a:solidFill>
                <a:srgbClr val="A6A6A6"/>
              </a:solidFill>
            </a:endParaRPr>
          </a:p>
        </p:txBody>
      </p:sp>
      <p:cxnSp>
        <p:nvCxnSpPr>
          <p:cNvPr id="8" name="Straight Connector 7">
            <a:extLst>
              <a:ext uri="{FF2B5EF4-FFF2-40B4-BE49-F238E27FC236}">
                <a16:creationId xmlns:a16="http://schemas.microsoft.com/office/drawing/2014/main" id="{7FED6006-34DF-AE40-B5D3-399A91B3490E}"/>
              </a:ext>
            </a:extLst>
          </p:cNvPr>
          <p:cNvCxnSpPr>
            <a:cxnSpLocks/>
          </p:cNvCxnSpPr>
          <p:nvPr userDrawn="1"/>
        </p:nvCxnSpPr>
        <p:spPr>
          <a:xfrm>
            <a:off x="8446660" y="4641009"/>
            <a:ext cx="0" cy="35026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DC6709B-4F2F-684C-815E-64A032B54360}"/>
              </a:ext>
            </a:extLst>
          </p:cNvPr>
          <p:cNvCxnSpPr/>
          <p:nvPr userDrawn="1"/>
        </p:nvCxnSpPr>
        <p:spPr>
          <a:xfrm>
            <a:off x="517895" y="701278"/>
            <a:ext cx="1923380" cy="0"/>
          </a:xfrm>
          <a:prstGeom prst="line">
            <a:avLst/>
          </a:prstGeom>
          <a:ln/>
        </p:spPr>
        <p:style>
          <a:lnRef idx="1">
            <a:schemeClr val="accent3"/>
          </a:lnRef>
          <a:fillRef idx="0">
            <a:schemeClr val="accent3"/>
          </a:fillRef>
          <a:effectRef idx="0">
            <a:schemeClr val="accent3"/>
          </a:effectRef>
          <a:fontRef idx="minor">
            <a:schemeClr val="tx1"/>
          </a:fontRef>
        </p:style>
      </p:cxnSp>
      <p:pic>
        <p:nvPicPr>
          <p:cNvPr id="6" name="Graphic 5">
            <a:extLst>
              <a:ext uri="{FF2B5EF4-FFF2-40B4-BE49-F238E27FC236}">
                <a16:creationId xmlns:a16="http://schemas.microsoft.com/office/drawing/2014/main" id="{853A4779-21F9-0221-42E1-27862C49229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spTree>
    <p:extLst>
      <p:ext uri="{BB962C8B-B14F-4D97-AF65-F5344CB8AC3E}">
        <p14:creationId xmlns:p14="http://schemas.microsoft.com/office/powerpoint/2010/main" val="23795323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 One Column">
    <p:bg>
      <p:bgPr>
        <a:solidFill>
          <a:schemeClr val="tx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AA5C4D7-3875-DB4B-B599-46A2B8C2E591}"/>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Click to edit Master title style</a:t>
            </a:r>
          </a:p>
        </p:txBody>
      </p:sp>
      <p:sp>
        <p:nvSpPr>
          <p:cNvPr id="7" name="Text Placeholder 4">
            <a:extLst>
              <a:ext uri="{FF2B5EF4-FFF2-40B4-BE49-F238E27FC236}">
                <a16:creationId xmlns:a16="http://schemas.microsoft.com/office/drawing/2014/main" id="{A958B066-597F-AB48-996B-D16C37496123}"/>
              </a:ext>
            </a:extLst>
          </p:cNvPr>
          <p:cNvSpPr>
            <a:spLocks noGrp="1"/>
          </p:cNvSpPr>
          <p:nvPr>
            <p:ph type="body" sz="quarter" idx="13" hasCustomPrompt="1"/>
          </p:nvPr>
        </p:nvSpPr>
        <p:spPr>
          <a:xfrm>
            <a:off x="517895" y="1020762"/>
            <a:ext cx="8229600" cy="3475037"/>
          </a:xfrm>
          <a:prstGeom prst="rect">
            <a:avLst/>
          </a:prstGeom>
        </p:spPr>
        <p:txBody>
          <a:bodyPr/>
          <a:lstStyle>
            <a:lvl1pPr marL="0" indent="0">
              <a:buNone/>
              <a:defRPr sz="14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sz="1200">
                <a:solidFill>
                  <a:schemeClr val="bg1">
                    <a:lumMod val="85000"/>
                  </a:schemeClr>
                </a:solidFill>
                <a:latin typeface="Roboto Light" panose="02000000000000000000" pitchFamily="2" charset="0"/>
                <a:ea typeface="Roboto Light" panose="02000000000000000000" pitchFamily="2" charset="0"/>
                <a:cs typeface="Roboto Light" panose="02000000000000000000" pitchFamily="2" charset="0"/>
              </a:defRPr>
            </a:lvl2pPr>
            <a:lvl3pPr>
              <a:defRPr sz="1200">
                <a:solidFill>
                  <a:schemeClr val="bg1">
                    <a:lumMod val="85000"/>
                  </a:schemeClr>
                </a:solidFill>
                <a:latin typeface="Roboto Light" panose="02000000000000000000" pitchFamily="2" charset="0"/>
                <a:ea typeface="Roboto Light" panose="02000000000000000000" pitchFamily="2" charset="0"/>
                <a:cs typeface="Roboto Light" panose="02000000000000000000" pitchFamily="2" charset="0"/>
              </a:defRPr>
            </a:lvl3pPr>
            <a:lvl4pPr>
              <a:buNone/>
              <a:defRPr/>
            </a:lvl4pPr>
          </a:lstStyle>
          <a:p>
            <a:pPr lvl="0"/>
            <a:r>
              <a:rPr lang="en-US" dirty="0"/>
              <a:t>Edit Master text styles</a:t>
            </a:r>
          </a:p>
          <a:p>
            <a:pPr lvl="1"/>
            <a:r>
              <a:rPr lang="en-US" dirty="0"/>
              <a:t>Second level</a:t>
            </a:r>
          </a:p>
          <a:p>
            <a:pPr lvl="2"/>
            <a:r>
              <a:rPr lang="en-US" dirty="0"/>
              <a:t>Third level</a:t>
            </a:r>
          </a:p>
        </p:txBody>
      </p:sp>
      <p:cxnSp>
        <p:nvCxnSpPr>
          <p:cNvPr id="13" name="Straight Connector 12">
            <a:extLst>
              <a:ext uri="{FF2B5EF4-FFF2-40B4-BE49-F238E27FC236}">
                <a16:creationId xmlns:a16="http://schemas.microsoft.com/office/drawing/2014/main" id="{C6CBD93B-1517-8D41-A840-54B4AEB3DF9C}"/>
              </a:ext>
            </a:extLst>
          </p:cNvPr>
          <p:cNvCxnSpPr/>
          <p:nvPr userDrawn="1"/>
        </p:nvCxnSpPr>
        <p:spPr>
          <a:xfrm>
            <a:off x="517895" y="701278"/>
            <a:ext cx="192338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FEE88388-38F1-69C3-D918-D31389232C6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spTree>
    <p:extLst>
      <p:ext uri="{BB962C8B-B14F-4D97-AF65-F5344CB8AC3E}">
        <p14:creationId xmlns:p14="http://schemas.microsoft.com/office/powerpoint/2010/main" val="2312791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7B37BC2-AAFA-C6C8-BBC9-69757B94B4CB}"/>
              </a:ext>
            </a:extLst>
          </p:cNvPr>
          <p:cNvSpPr>
            <a:spLocks noGrp="1"/>
          </p:cNvSpPr>
          <p:nvPr>
            <p:ph type="title"/>
          </p:nvPr>
        </p:nvSpPr>
        <p:spPr>
          <a:xfrm>
            <a:off x="4571999" y="136922"/>
            <a:ext cx="4175495" cy="564356"/>
          </a:xfrm>
          <a:prstGeom prst="rect">
            <a:avLst/>
          </a:prstGeom>
        </p:spPr>
        <p:txBody>
          <a:bodyPr anchor="ctr">
            <a:normAutofit/>
          </a:bodyPr>
          <a:lstStyle>
            <a:lvl1pPr>
              <a:defRPr sz="1800" b="1">
                <a:solidFill>
                  <a:schemeClr val="tx1"/>
                </a:solidFill>
              </a:defRPr>
            </a:lvl1pPr>
          </a:lstStyle>
          <a:p>
            <a:r>
              <a:rPr lang="en-US"/>
              <a:t>Click to edit Master title style</a:t>
            </a:r>
          </a:p>
        </p:txBody>
      </p:sp>
      <p:sp>
        <p:nvSpPr>
          <p:cNvPr id="10" name="Text Placeholder 4">
            <a:extLst>
              <a:ext uri="{FF2B5EF4-FFF2-40B4-BE49-F238E27FC236}">
                <a16:creationId xmlns:a16="http://schemas.microsoft.com/office/drawing/2014/main" id="{0650851C-9917-9580-F31B-CABD4DE93806}"/>
              </a:ext>
            </a:extLst>
          </p:cNvPr>
          <p:cNvSpPr>
            <a:spLocks noGrp="1"/>
          </p:cNvSpPr>
          <p:nvPr>
            <p:ph type="body" sz="quarter" idx="13"/>
          </p:nvPr>
        </p:nvSpPr>
        <p:spPr>
          <a:xfrm>
            <a:off x="4571999" y="1020762"/>
            <a:ext cx="4175496" cy="3475037"/>
          </a:xfrm>
          <a:prstGeom prst="rect">
            <a:avLst/>
          </a:prstGeom>
        </p:spPr>
        <p:txBody>
          <a:bodyPr/>
          <a:lstStyle>
            <a:lvl1pPr marL="0" indent="0">
              <a:buNone/>
              <a:defRPr sz="1400">
                <a:solidFill>
                  <a:schemeClr val="tx1"/>
                </a:solidFill>
              </a:defRPr>
            </a:lvl1pPr>
            <a:lvl2pPr>
              <a:defRPr sz="1200">
                <a:solidFill>
                  <a:schemeClr val="tx1"/>
                </a:solidFill>
              </a:defRPr>
            </a:lvl2pPr>
            <a:lvl3pPr>
              <a:defRPr sz="1200">
                <a:solidFill>
                  <a:schemeClr val="tx1"/>
                </a:solidFill>
              </a:defRPr>
            </a:lvl3pPr>
            <a:lvl4pPr>
              <a:buNone/>
              <a:defRPr/>
            </a:lvl4pPr>
          </a:lstStyle>
          <a:p>
            <a:pPr lvl="0"/>
            <a:r>
              <a:rPr lang="en-US"/>
              <a:t>Edit Master text styles</a:t>
            </a:r>
          </a:p>
          <a:p>
            <a:pPr lvl="1"/>
            <a:r>
              <a:rPr lang="en-US"/>
              <a:t>Second level</a:t>
            </a:r>
          </a:p>
          <a:p>
            <a:pPr lvl="2"/>
            <a:r>
              <a:rPr lang="en-US"/>
              <a:t>Third level</a:t>
            </a:r>
          </a:p>
        </p:txBody>
      </p:sp>
      <p:sp>
        <p:nvSpPr>
          <p:cNvPr id="11" name="Slide Number Placeholder 5">
            <a:extLst>
              <a:ext uri="{FF2B5EF4-FFF2-40B4-BE49-F238E27FC236}">
                <a16:creationId xmlns:a16="http://schemas.microsoft.com/office/drawing/2014/main" id="{515E8241-E2B3-CCC7-2DDB-BEE1E09C1158}"/>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9BCC04EB-39C5-4970-B2E7-5C70326DD1C4}" type="slidenum">
              <a:rPr lang="en-US" smtClean="0">
                <a:solidFill>
                  <a:schemeClr val="bg1"/>
                </a:solidFill>
              </a:rPr>
              <a:pPr algn="r"/>
              <a:t>‹#›</a:t>
            </a:fld>
            <a:endParaRPr lang="en-US">
              <a:solidFill>
                <a:schemeClr val="bg1"/>
              </a:solidFill>
            </a:endParaRPr>
          </a:p>
        </p:txBody>
      </p:sp>
      <p:cxnSp>
        <p:nvCxnSpPr>
          <p:cNvPr id="12" name="Straight Connector 11">
            <a:extLst>
              <a:ext uri="{FF2B5EF4-FFF2-40B4-BE49-F238E27FC236}">
                <a16:creationId xmlns:a16="http://schemas.microsoft.com/office/drawing/2014/main" id="{5BB352F0-C99C-F25C-4919-413EFC9729B4}"/>
              </a:ext>
            </a:extLst>
          </p:cNvPr>
          <p:cNvCxnSpPr>
            <a:cxnSpLocks/>
          </p:cNvCxnSpPr>
          <p:nvPr userDrawn="1"/>
        </p:nvCxnSpPr>
        <p:spPr>
          <a:xfrm>
            <a:off x="8446660" y="4641009"/>
            <a:ext cx="0" cy="3502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2A4660F-2520-2F11-5B2C-478AD4F0FECF}"/>
              </a:ext>
            </a:extLst>
          </p:cNvPr>
          <p:cNvCxnSpPr/>
          <p:nvPr userDrawn="1"/>
        </p:nvCxnSpPr>
        <p:spPr>
          <a:xfrm>
            <a:off x="4571999" y="701278"/>
            <a:ext cx="19233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4A440828-1AF9-3A57-2B7C-A26B4046A5F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spTree>
    <p:extLst>
      <p:ext uri="{BB962C8B-B14F-4D97-AF65-F5344CB8AC3E}">
        <p14:creationId xmlns:p14="http://schemas.microsoft.com/office/powerpoint/2010/main" val="2802719645"/>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 Open Forma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94AE86-9609-454F-B9B6-37CAE682A13C}"/>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rgbClr val="000033"/>
                </a:solidFill>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142E11C2-26E6-3840-9157-DF739B81FE57}"/>
              </a:ext>
            </a:extLst>
          </p:cNvPr>
          <p:cNvCxnSpPr/>
          <p:nvPr userDrawn="1"/>
        </p:nvCxnSpPr>
        <p:spPr>
          <a:xfrm>
            <a:off x="517895" y="701278"/>
            <a:ext cx="1923380" cy="0"/>
          </a:xfrm>
          <a:prstGeom prst="line">
            <a:avLst/>
          </a:prstGeom>
          <a:ln>
            <a:solidFill>
              <a:srgbClr val="33CCFF"/>
            </a:solidFill>
          </a:ln>
        </p:spPr>
        <p:style>
          <a:lnRef idx="1">
            <a:schemeClr val="accent1"/>
          </a:lnRef>
          <a:fillRef idx="0">
            <a:schemeClr val="accent1"/>
          </a:fillRef>
          <a:effectRef idx="0">
            <a:schemeClr val="accent1"/>
          </a:effectRef>
          <a:fontRef idx="minor">
            <a:schemeClr val="tx1"/>
          </a:fontRef>
        </p:style>
      </p:cxnSp>
      <p:sp>
        <p:nvSpPr>
          <p:cNvPr id="7" name="Slide Number Placeholder 5">
            <a:extLst>
              <a:ext uri="{FF2B5EF4-FFF2-40B4-BE49-F238E27FC236}">
                <a16:creationId xmlns:a16="http://schemas.microsoft.com/office/drawing/2014/main" id="{ACCB329B-5832-694A-893D-B9865F37D549}"/>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endParaRPr lang="en-US" dirty="0">
              <a:solidFill>
                <a:srgbClr val="A6A6A6"/>
              </a:solidFill>
            </a:endParaRPr>
          </a:p>
        </p:txBody>
      </p:sp>
      <p:pic>
        <p:nvPicPr>
          <p:cNvPr id="3" name="Graphic 2">
            <a:extLst>
              <a:ext uri="{FF2B5EF4-FFF2-40B4-BE49-F238E27FC236}">
                <a16:creationId xmlns:a16="http://schemas.microsoft.com/office/drawing/2014/main" id="{4B407684-7334-F07C-385E-7E58A6CE66A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spTree>
    <p:extLst>
      <p:ext uri="{BB962C8B-B14F-4D97-AF65-F5344CB8AC3E}">
        <p14:creationId xmlns:p14="http://schemas.microsoft.com/office/powerpoint/2010/main" val="3872036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 Open Format">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94AE86-9609-454F-B9B6-37CAE682A13C}"/>
              </a:ext>
            </a:extLst>
          </p:cNvPr>
          <p:cNvSpPr>
            <a:spLocks noGrp="1"/>
          </p:cNvSpPr>
          <p:nvPr>
            <p:ph type="title"/>
          </p:nvPr>
        </p:nvSpPr>
        <p:spPr>
          <a:xfrm>
            <a:off x="517895" y="136922"/>
            <a:ext cx="8229600" cy="564356"/>
          </a:xfrm>
          <a:prstGeom prst="rect">
            <a:avLst/>
          </a:prstGeom>
        </p:spPr>
        <p:txBody>
          <a:bodyPr anchor="ctr">
            <a:normAutofit/>
          </a:bodyPr>
          <a:lstStyle>
            <a:lvl1pPr>
              <a:defRPr sz="1800" b="1">
                <a:solidFill>
                  <a:schemeClr val="bg1">
                    <a:lumMod val="95000"/>
                  </a:schemeClr>
                </a:solidFill>
              </a:defRPr>
            </a:lvl1pPr>
          </a:lstStyle>
          <a:p>
            <a:r>
              <a:rPr lang="en-US"/>
              <a:t>Click to edit Master title style</a:t>
            </a:r>
          </a:p>
        </p:txBody>
      </p:sp>
      <p:cxnSp>
        <p:nvCxnSpPr>
          <p:cNvPr id="6" name="Straight Connector 5">
            <a:extLst>
              <a:ext uri="{FF2B5EF4-FFF2-40B4-BE49-F238E27FC236}">
                <a16:creationId xmlns:a16="http://schemas.microsoft.com/office/drawing/2014/main" id="{142E11C2-26E6-3840-9157-DF739B81FE57}"/>
              </a:ext>
            </a:extLst>
          </p:cNvPr>
          <p:cNvCxnSpPr/>
          <p:nvPr userDrawn="1"/>
        </p:nvCxnSpPr>
        <p:spPr>
          <a:xfrm>
            <a:off x="517895" y="701278"/>
            <a:ext cx="1923380" cy="0"/>
          </a:xfrm>
          <a:prstGeom prst="line">
            <a:avLst/>
          </a:prstGeom>
          <a:ln>
            <a:solidFill>
              <a:srgbClr val="33CCFF"/>
            </a:solidFill>
          </a:ln>
        </p:spPr>
        <p:style>
          <a:lnRef idx="1">
            <a:schemeClr val="accent1"/>
          </a:lnRef>
          <a:fillRef idx="0">
            <a:schemeClr val="accent1"/>
          </a:fillRef>
          <a:effectRef idx="0">
            <a:schemeClr val="accent1"/>
          </a:effectRef>
          <a:fontRef idx="minor">
            <a:schemeClr val="tx1"/>
          </a:fontRef>
        </p:style>
      </p:cxnSp>
      <p:sp>
        <p:nvSpPr>
          <p:cNvPr id="10" name="Slide Number Placeholder 5">
            <a:extLst>
              <a:ext uri="{FF2B5EF4-FFF2-40B4-BE49-F238E27FC236}">
                <a16:creationId xmlns:a16="http://schemas.microsoft.com/office/drawing/2014/main" id="{4A4A1095-5BBF-AE42-86CA-A5DB6D092B76}"/>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endParaRPr lang="en-US" dirty="0">
              <a:solidFill>
                <a:schemeClr val="bg1"/>
              </a:solidFill>
            </a:endParaRPr>
          </a:p>
        </p:txBody>
      </p:sp>
      <p:pic>
        <p:nvPicPr>
          <p:cNvPr id="3" name="Graphic 2">
            <a:extLst>
              <a:ext uri="{FF2B5EF4-FFF2-40B4-BE49-F238E27FC236}">
                <a16:creationId xmlns:a16="http://schemas.microsoft.com/office/drawing/2014/main" id="{7D48A268-F778-72E1-A76E-03830043B27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spTree>
    <p:extLst>
      <p:ext uri="{BB962C8B-B14F-4D97-AF65-F5344CB8AC3E}">
        <p14:creationId xmlns:p14="http://schemas.microsoft.com/office/powerpoint/2010/main" val="19273692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Light - Blank">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F4521C2-4E4F-CA49-9B88-FF2A9225017F}"/>
              </a:ext>
            </a:extLst>
          </p:cNvPr>
          <p:cNvSpPr txBox="1">
            <a:spLocks/>
          </p:cNvSpPr>
          <p:nvPr userDrawn="1"/>
        </p:nvSpPr>
        <p:spPr>
          <a:xfrm>
            <a:off x="8507042" y="4697095"/>
            <a:ext cx="240453" cy="242418"/>
          </a:xfrm>
          <a:prstGeom prst="rect">
            <a:avLst/>
          </a:prstGeom>
        </p:spPr>
        <p:txBody>
          <a:bodyPr vert="horz" lIns="0" tIns="45720" rIns="0" bIns="45720" rtlCol="0" anchor="ctr"/>
          <a:lstStyle>
            <a:defPPr>
              <a:defRPr lang="en-US"/>
            </a:defPPr>
            <a:lvl1pPr marL="0" algn="l" defTabSz="685800" rtl="0" eaLnBrk="1" latinLnBrk="0" hangingPunct="1">
              <a:lnSpc>
                <a:spcPct val="100000"/>
              </a:lnSpc>
              <a:defRPr sz="900" b="1" kern="1200">
                <a:solidFill>
                  <a:srgbClr val="000033"/>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endParaRPr lang="en-US" dirty="0">
              <a:solidFill>
                <a:srgbClr val="A6A6A6"/>
              </a:solidFill>
            </a:endParaRPr>
          </a:p>
        </p:txBody>
      </p:sp>
      <p:pic>
        <p:nvPicPr>
          <p:cNvPr id="3" name="Graphic 2">
            <a:extLst>
              <a:ext uri="{FF2B5EF4-FFF2-40B4-BE49-F238E27FC236}">
                <a16:creationId xmlns:a16="http://schemas.microsoft.com/office/drawing/2014/main" id="{075ACC91-4BE9-F730-947C-4542675B816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6067" y="4600167"/>
            <a:ext cx="1301337" cy="468025"/>
          </a:xfrm>
          <a:prstGeom prst="rect">
            <a:avLst/>
          </a:prstGeom>
        </p:spPr>
      </p:pic>
    </p:spTree>
    <p:extLst>
      <p:ext uri="{BB962C8B-B14F-4D97-AF65-F5344CB8AC3E}">
        <p14:creationId xmlns:p14="http://schemas.microsoft.com/office/powerpoint/2010/main" val="22646448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Dark - Blank">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7518231-ED5A-F8E3-68CB-F5D58078DCC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spTree>
    <p:extLst>
      <p:ext uri="{BB962C8B-B14F-4D97-AF65-F5344CB8AC3E}">
        <p14:creationId xmlns:p14="http://schemas.microsoft.com/office/powerpoint/2010/main" val="36045654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 Section Page">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C28A3A2-2B12-DE68-FB45-3D69436C1AA9}"/>
              </a:ext>
            </a:extLst>
          </p:cNvPr>
          <p:cNvSpPr>
            <a:spLocks noGrp="1"/>
          </p:cNvSpPr>
          <p:nvPr>
            <p:ph type="body" sz="quarter" idx="10" hasCustomPrompt="1"/>
          </p:nvPr>
        </p:nvSpPr>
        <p:spPr>
          <a:xfrm>
            <a:off x="1593671" y="2266731"/>
            <a:ext cx="6968438" cy="543534"/>
          </a:xfrm>
          <a:prstGeom prst="rect">
            <a:avLst/>
          </a:prstGeom>
        </p:spPr>
        <p:txBody>
          <a:bodyPr/>
          <a:lstStyle>
            <a:lvl1pPr marL="0" indent="0">
              <a:buNone/>
              <a:defRPr sz="2800">
                <a:solidFill>
                  <a:srgbClr val="000033"/>
                </a:solidFill>
              </a:defRPr>
            </a:lvl1pPr>
          </a:lstStyle>
          <a:p>
            <a:pPr lvl="0"/>
            <a:r>
              <a:rPr lang="en-US"/>
              <a:t>Section Title</a:t>
            </a:r>
          </a:p>
        </p:txBody>
      </p:sp>
      <p:pic>
        <p:nvPicPr>
          <p:cNvPr id="4" name="Graphic 3">
            <a:extLst>
              <a:ext uri="{FF2B5EF4-FFF2-40B4-BE49-F238E27FC236}">
                <a16:creationId xmlns:a16="http://schemas.microsoft.com/office/drawing/2014/main" id="{838A9971-94BE-36F8-935A-64A6F16F93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73516" y="2181686"/>
            <a:ext cx="682437" cy="691915"/>
          </a:xfrm>
          <a:prstGeom prst="rect">
            <a:avLst/>
          </a:prstGeom>
        </p:spPr>
      </p:pic>
    </p:spTree>
    <p:extLst>
      <p:ext uri="{BB962C8B-B14F-4D97-AF65-F5344CB8AC3E}">
        <p14:creationId xmlns:p14="http://schemas.microsoft.com/office/powerpoint/2010/main" val="17589029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Section Page">
    <p:bg>
      <p:bgPr>
        <a:solidFill>
          <a:srgbClr val="000033"/>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0CBB7E44-B7EF-E75E-60CC-442100153DBB}"/>
              </a:ext>
            </a:extLst>
          </p:cNvPr>
          <p:cNvSpPr>
            <a:spLocks noGrp="1"/>
          </p:cNvSpPr>
          <p:nvPr>
            <p:ph type="body" sz="quarter" idx="10" hasCustomPrompt="1"/>
          </p:nvPr>
        </p:nvSpPr>
        <p:spPr>
          <a:xfrm>
            <a:off x="1593671" y="2266731"/>
            <a:ext cx="6968438" cy="543534"/>
          </a:xfrm>
          <a:prstGeom prst="rect">
            <a:avLst/>
          </a:prstGeom>
        </p:spPr>
        <p:txBody>
          <a:bodyPr/>
          <a:lstStyle>
            <a:lvl1pPr marL="0" indent="0">
              <a:buNone/>
              <a:defRPr sz="2800">
                <a:solidFill>
                  <a:schemeClr val="bg1"/>
                </a:solidFill>
              </a:defRPr>
            </a:lvl1pPr>
          </a:lstStyle>
          <a:p>
            <a:pPr lvl="0"/>
            <a:r>
              <a:rPr lang="en-US"/>
              <a:t>Section Title</a:t>
            </a:r>
          </a:p>
        </p:txBody>
      </p:sp>
      <p:pic>
        <p:nvPicPr>
          <p:cNvPr id="2" name="Graphic 1">
            <a:extLst>
              <a:ext uri="{FF2B5EF4-FFF2-40B4-BE49-F238E27FC236}">
                <a16:creationId xmlns:a16="http://schemas.microsoft.com/office/drawing/2014/main" id="{8D35D7E4-4D20-E77D-690B-45D86D1F6B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73516" y="2181686"/>
            <a:ext cx="682437" cy="691915"/>
          </a:xfrm>
          <a:prstGeom prst="rect">
            <a:avLst/>
          </a:prstGeom>
        </p:spPr>
      </p:pic>
    </p:spTree>
    <p:extLst>
      <p:ext uri="{BB962C8B-B14F-4D97-AF65-F5344CB8AC3E}">
        <p14:creationId xmlns:p14="http://schemas.microsoft.com/office/powerpoint/2010/main" val="17663235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Confidentiality">
    <p:bg>
      <p:bgPr>
        <a:solidFill>
          <a:srgbClr val="000033"/>
        </a:solidFill>
        <a:effectLst/>
      </p:bgPr>
    </p:bg>
    <p:spTree>
      <p:nvGrpSpPr>
        <p:cNvPr id="1" name=""/>
        <p:cNvGrpSpPr/>
        <p:nvPr/>
      </p:nvGrpSpPr>
      <p:grpSpPr>
        <a:xfrm>
          <a:off x="0" y="0"/>
          <a:ext cx="0" cy="0"/>
          <a:chOff x="0" y="0"/>
          <a:chExt cx="0" cy="0"/>
        </a:xfrm>
      </p:grpSpPr>
      <p:sp>
        <p:nvSpPr>
          <p:cNvPr id="6" name="Rectangle 5"/>
          <p:cNvSpPr/>
          <p:nvPr userDrawn="1"/>
        </p:nvSpPr>
        <p:spPr>
          <a:xfrm>
            <a:off x="451096" y="3152161"/>
            <a:ext cx="2528928" cy="1138773"/>
          </a:xfrm>
          <a:prstGeom prst="rect">
            <a:avLst/>
          </a:prstGeom>
        </p:spPr>
        <p:txBody>
          <a:bodyPr wrap="square" lIns="0" tIns="0" rIns="0" bIns="0" numCol="1">
            <a:spAutoFit/>
          </a:bodyPr>
          <a:lstStyle/>
          <a:p>
            <a:r>
              <a:rPr lang="en-US" sz="1000" b="1">
                <a:solidFill>
                  <a:srgbClr val="96A7B8"/>
                </a:solidFill>
                <a:latin typeface="Arial" panose="020B0604020202020204" pitchFamily="34" charset="0"/>
                <a:cs typeface="Arial" panose="020B0604020202020204" pitchFamily="34" charset="0"/>
              </a:rPr>
              <a:t>No Reliance</a:t>
            </a:r>
            <a:r>
              <a:rPr lang="en-US" sz="1000">
                <a:solidFill>
                  <a:srgbClr val="96A7B8"/>
                </a:solidFill>
                <a:latin typeface="Arial" panose="020B0604020202020204" pitchFamily="34" charset="0"/>
                <a:cs typeface="Arial" panose="020B0604020202020204" pitchFamily="34" charset="0"/>
              </a:rPr>
              <a:t> </a:t>
            </a:r>
          </a:p>
          <a:p>
            <a:pPr>
              <a:spcAft>
                <a:spcPts val="600"/>
              </a:spcAft>
            </a:pPr>
            <a:r>
              <a:rPr lang="en-US" sz="700">
                <a:solidFill>
                  <a:schemeClr val="bg1"/>
                </a:solidFill>
                <a:latin typeface="Arial" panose="020B0604020202020204" pitchFamily="34" charset="0"/>
                <a:cs typeface="Arial" panose="020B0604020202020204" pitchFamily="34" charset="0"/>
              </a:rPr>
              <a:t>This document is subject to change without notice. Acumatica cannot guarantee completion of any future products or program features/enhancements described in this document, and no reliance should be placed on their availability. </a:t>
            </a:r>
          </a:p>
          <a:p>
            <a:r>
              <a:rPr lang="en-US" sz="1000" b="1">
                <a:solidFill>
                  <a:srgbClr val="96A7B8"/>
                </a:solidFill>
                <a:latin typeface="Arial" panose="020B0604020202020204" pitchFamily="34" charset="0"/>
                <a:cs typeface="Arial" panose="020B0604020202020204" pitchFamily="34" charset="0"/>
              </a:rPr>
              <a:t>Confidentiality</a:t>
            </a:r>
            <a:r>
              <a:rPr lang="en-US" sz="1000" b="1">
                <a:solidFill>
                  <a:schemeClr val="bg1"/>
                </a:solidFill>
                <a:latin typeface="Arial" panose="020B0604020202020204" pitchFamily="34" charset="0"/>
                <a:cs typeface="Arial" panose="020B0604020202020204" pitchFamily="34" charset="0"/>
              </a:rPr>
              <a:t> </a:t>
            </a:r>
            <a:br>
              <a:rPr lang="en-US" sz="800" b="1">
                <a:solidFill>
                  <a:schemeClr val="bg1"/>
                </a:solidFill>
                <a:latin typeface="Arial" panose="020B0604020202020204" pitchFamily="34" charset="0"/>
                <a:cs typeface="Arial" panose="020B0604020202020204" pitchFamily="34" charset="0"/>
              </a:rPr>
            </a:br>
            <a:r>
              <a:rPr lang="en-US" sz="700">
                <a:solidFill>
                  <a:schemeClr val="bg1"/>
                </a:solidFill>
                <a:latin typeface="Arial" panose="020B0604020202020204" pitchFamily="34" charset="0"/>
                <a:cs typeface="Arial" panose="020B0604020202020204" pitchFamily="34" charset="0"/>
              </a:rPr>
              <a:t>This document, including any files contained herein, is confidential information of Acumatica and should not be disclosed to third parties.</a:t>
            </a:r>
          </a:p>
        </p:txBody>
      </p:sp>
      <p:pic>
        <p:nvPicPr>
          <p:cNvPr id="11" name="Graphic 10">
            <a:extLst>
              <a:ext uri="{FF2B5EF4-FFF2-40B4-BE49-F238E27FC236}">
                <a16:creationId xmlns:a16="http://schemas.microsoft.com/office/drawing/2014/main" id="{32E1ABBF-58FB-68BA-4F03-79DC1132C1E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06175" y="4619236"/>
            <a:ext cx="1301337" cy="453755"/>
          </a:xfrm>
          <a:prstGeom prst="rect">
            <a:avLst/>
          </a:prstGeom>
        </p:spPr>
      </p:pic>
    </p:spTree>
    <p:extLst>
      <p:ext uri="{BB962C8B-B14F-4D97-AF65-F5344CB8AC3E}">
        <p14:creationId xmlns:p14="http://schemas.microsoft.com/office/powerpoint/2010/main" val="1783774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0BDDA290-94FE-347E-FAD3-3C8436C90BB2}"/>
              </a:ext>
            </a:extLst>
          </p:cNvPr>
          <p:cNvSpPr>
            <a:spLocks noGrp="1"/>
          </p:cNvSpPr>
          <p:nvPr>
            <p:ph type="body" sz="quarter" idx="10" hasCustomPrompt="1"/>
          </p:nvPr>
        </p:nvSpPr>
        <p:spPr>
          <a:xfrm>
            <a:off x="4113138" y="2832911"/>
            <a:ext cx="2971800" cy="323165"/>
          </a:xfrm>
          <a:prstGeom prst="rect">
            <a:avLst/>
          </a:prstGeom>
        </p:spPr>
        <p:txBody>
          <a:bodyPr>
            <a:spAutoFit/>
          </a:bodyPr>
          <a:lstStyle>
            <a:lvl1pPr marL="0" indent="0">
              <a:spcBef>
                <a:spcPts val="0"/>
              </a:spcBef>
              <a:spcAft>
                <a:spcPts val="0"/>
              </a:spcAft>
              <a:buNone/>
              <a:defRPr sz="1500" b="0">
                <a:solidFill>
                  <a:srgbClr val="000033"/>
                </a:solidFill>
                <a:latin typeface="Arial" panose="020B0604020202020204" pitchFamily="34" charset="0"/>
                <a:cs typeface="Arial" panose="020B0604020202020204" pitchFamily="34" charset="0"/>
              </a:defRPr>
            </a:lvl1pPr>
          </a:lstStyle>
          <a:p>
            <a:pPr lvl="0"/>
            <a:r>
              <a:rPr lang="en-US"/>
              <a:t>Name </a:t>
            </a:r>
          </a:p>
        </p:txBody>
      </p:sp>
      <p:sp>
        <p:nvSpPr>
          <p:cNvPr id="3" name="Text Placeholder 12">
            <a:extLst>
              <a:ext uri="{FF2B5EF4-FFF2-40B4-BE49-F238E27FC236}">
                <a16:creationId xmlns:a16="http://schemas.microsoft.com/office/drawing/2014/main" id="{D99CC945-8619-9B6E-9C68-6F30D71747F2}"/>
              </a:ext>
            </a:extLst>
          </p:cNvPr>
          <p:cNvSpPr>
            <a:spLocks noGrp="1"/>
          </p:cNvSpPr>
          <p:nvPr>
            <p:ph type="body" sz="quarter" idx="12" hasCustomPrompt="1"/>
          </p:nvPr>
        </p:nvSpPr>
        <p:spPr>
          <a:xfrm>
            <a:off x="4113138" y="3202243"/>
            <a:ext cx="2971800" cy="230832"/>
          </a:xfrm>
          <a:prstGeom prst="rect">
            <a:avLst/>
          </a:prstGeom>
        </p:spPr>
        <p:txBody>
          <a:bodyPr>
            <a:spAutoFit/>
          </a:bodyPr>
          <a:lstStyle>
            <a:lvl1pPr marL="0" indent="0">
              <a:spcBef>
                <a:spcPts val="0"/>
              </a:spcBef>
              <a:spcAft>
                <a:spcPts val="0"/>
              </a:spcAft>
              <a:buNone/>
              <a:defRPr sz="900" b="0">
                <a:solidFill>
                  <a:srgbClr val="000033"/>
                </a:solidFill>
                <a:latin typeface="Arial" panose="020B0604020202020204" pitchFamily="34" charset="0"/>
                <a:cs typeface="Arial" panose="020B0604020202020204" pitchFamily="34" charset="0"/>
              </a:defRPr>
            </a:lvl1pPr>
          </a:lstStyle>
          <a:p>
            <a:pPr lvl="0"/>
            <a:r>
              <a:rPr lang="en-US"/>
              <a:t>Contact information</a:t>
            </a:r>
          </a:p>
        </p:txBody>
      </p:sp>
      <p:cxnSp>
        <p:nvCxnSpPr>
          <p:cNvPr id="4" name="Straight Connector 3">
            <a:extLst>
              <a:ext uri="{FF2B5EF4-FFF2-40B4-BE49-F238E27FC236}">
                <a16:creationId xmlns:a16="http://schemas.microsoft.com/office/drawing/2014/main" id="{3AD5AA70-9F61-54B3-66AD-C9D0F862EF01}"/>
              </a:ext>
            </a:extLst>
          </p:cNvPr>
          <p:cNvCxnSpPr>
            <a:cxnSpLocks/>
          </p:cNvCxnSpPr>
          <p:nvPr userDrawn="1"/>
        </p:nvCxnSpPr>
        <p:spPr>
          <a:xfrm>
            <a:off x="4208865" y="3417461"/>
            <a:ext cx="381957" cy="0"/>
          </a:xfrm>
          <a:prstGeom prst="line">
            <a:avLst/>
          </a:prstGeom>
          <a:ln>
            <a:solidFill>
              <a:schemeClr val="accent1"/>
            </a:solidFill>
          </a:ln>
        </p:spPr>
        <p:style>
          <a:lnRef idx="2">
            <a:schemeClr val="accent3"/>
          </a:lnRef>
          <a:fillRef idx="0">
            <a:schemeClr val="accent3"/>
          </a:fillRef>
          <a:effectRef idx="1">
            <a:schemeClr val="accent3"/>
          </a:effectRef>
          <a:fontRef idx="minor">
            <a:schemeClr val="tx1"/>
          </a:fontRef>
        </p:style>
      </p:cxnSp>
      <p:sp>
        <p:nvSpPr>
          <p:cNvPr id="5" name="TextBox 4">
            <a:extLst>
              <a:ext uri="{FF2B5EF4-FFF2-40B4-BE49-F238E27FC236}">
                <a16:creationId xmlns:a16="http://schemas.microsoft.com/office/drawing/2014/main" id="{BB29B2D3-4751-4FCB-617C-7A60ECE00203}"/>
              </a:ext>
            </a:extLst>
          </p:cNvPr>
          <p:cNvSpPr txBox="1"/>
          <p:nvPr userDrawn="1"/>
        </p:nvSpPr>
        <p:spPr>
          <a:xfrm>
            <a:off x="3985650" y="1897094"/>
            <a:ext cx="3342105" cy="552139"/>
          </a:xfrm>
          <a:prstGeom prst="rect">
            <a:avLst/>
          </a:prstGeom>
          <a:noFill/>
        </p:spPr>
        <p:txBody>
          <a:bodyPr wrap="square" rtlCol="0">
            <a:spAutoFit/>
          </a:bodyPr>
          <a:lstStyle/>
          <a:p>
            <a:pPr marL="0" lvl="0" algn="l" defTabSz="457200" rtl="0" eaLnBrk="1" latinLnBrk="0" hangingPunct="1">
              <a:lnSpc>
                <a:spcPct val="83000"/>
              </a:lnSpc>
              <a:spcBef>
                <a:spcPct val="0"/>
              </a:spcBef>
              <a:spcAft>
                <a:spcPts val="1200"/>
              </a:spcAft>
              <a:buNone/>
            </a:pPr>
            <a:r>
              <a:rPr lang="en-US" sz="3600" b="1" i="0" kern="1200">
                <a:solidFill>
                  <a:srgbClr val="000033"/>
                </a:solidFill>
                <a:latin typeface="Arial" panose="020B0604020202020204" pitchFamily="34" charset="0"/>
                <a:ea typeface="+mn-ea"/>
                <a:cs typeface="Arial" panose="020B0604020202020204" pitchFamily="34" charset="0"/>
              </a:rPr>
              <a:t>Thank you</a:t>
            </a:r>
          </a:p>
        </p:txBody>
      </p:sp>
      <p:pic>
        <p:nvPicPr>
          <p:cNvPr id="7" name="Graphic 6">
            <a:extLst>
              <a:ext uri="{FF2B5EF4-FFF2-40B4-BE49-F238E27FC236}">
                <a16:creationId xmlns:a16="http://schemas.microsoft.com/office/drawing/2014/main" id="{571CCBD0-7666-4886-9B0D-D156C9CF8F8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379" y="1654942"/>
            <a:ext cx="2713773" cy="1782962"/>
          </a:xfrm>
          <a:prstGeom prst="rect">
            <a:avLst/>
          </a:prstGeom>
        </p:spPr>
      </p:pic>
    </p:spTree>
    <p:extLst>
      <p:ext uri="{BB962C8B-B14F-4D97-AF65-F5344CB8AC3E}">
        <p14:creationId xmlns:p14="http://schemas.microsoft.com/office/powerpoint/2010/main" val="31473318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Text Placeholder 19">
            <a:extLst>
              <a:ext uri="{FF2B5EF4-FFF2-40B4-BE49-F238E27FC236}">
                <a16:creationId xmlns:a16="http://schemas.microsoft.com/office/drawing/2014/main" id="{0A25C3EE-4F0D-CB49-BFAE-AFA5F601B49B}"/>
              </a:ext>
            </a:extLst>
          </p:cNvPr>
          <p:cNvSpPr>
            <a:spLocks noGrp="1"/>
          </p:cNvSpPr>
          <p:nvPr>
            <p:ph type="body" sz="quarter" idx="10" hasCustomPrompt="1"/>
          </p:nvPr>
        </p:nvSpPr>
        <p:spPr>
          <a:xfrm>
            <a:off x="3775951" y="3055251"/>
            <a:ext cx="4461024" cy="392278"/>
          </a:xfrm>
          <a:prstGeom prst="rect">
            <a:avLst/>
          </a:prstGeom>
          <a:noFill/>
        </p:spPr>
        <p:txBody>
          <a:bodyPr wrap="square" lIns="0" tIns="0" rIns="0" bIns="0" rtlCol="0">
            <a:normAutofit/>
          </a:bodyPr>
          <a:lstStyle>
            <a:lvl1pPr marL="0" indent="0">
              <a:buNone/>
              <a:defRPr lang="en-US" sz="1500" dirty="0" smtClean="0">
                <a:solidFill>
                  <a:srgbClr val="000033"/>
                </a:solidFill>
                <a:latin typeface="Arial" panose="020B0604020202020204" pitchFamily="34" charset="0"/>
                <a:cs typeface="Arial" panose="020B0604020202020204" pitchFamily="34" charset="0"/>
              </a:defRPr>
            </a:lvl1pPr>
          </a:lstStyle>
          <a:p>
            <a:pPr marL="0" lvl="0"/>
            <a:r>
              <a:rPr lang="en-US"/>
              <a:t>Speaker Name</a:t>
            </a:r>
          </a:p>
        </p:txBody>
      </p:sp>
      <p:sp>
        <p:nvSpPr>
          <p:cNvPr id="15" name="Text Placeholder 19">
            <a:extLst>
              <a:ext uri="{FF2B5EF4-FFF2-40B4-BE49-F238E27FC236}">
                <a16:creationId xmlns:a16="http://schemas.microsoft.com/office/drawing/2014/main" id="{40C48540-3593-FC43-B727-111D78898DAD}"/>
              </a:ext>
            </a:extLst>
          </p:cNvPr>
          <p:cNvSpPr>
            <a:spLocks noGrp="1"/>
          </p:cNvSpPr>
          <p:nvPr>
            <p:ph type="body" sz="quarter" idx="11" hasCustomPrompt="1"/>
          </p:nvPr>
        </p:nvSpPr>
        <p:spPr>
          <a:xfrm>
            <a:off x="3775951" y="3511257"/>
            <a:ext cx="4180805" cy="207287"/>
          </a:xfrm>
          <a:prstGeom prst="rect">
            <a:avLst/>
          </a:prstGeom>
          <a:noFill/>
        </p:spPr>
        <p:txBody>
          <a:bodyPr wrap="square" lIns="0" tIns="0" rIns="0" bIns="0" rtlCol="0">
            <a:normAutofit/>
          </a:bodyPr>
          <a:lstStyle>
            <a:lvl1pPr marL="0" indent="0">
              <a:buNone/>
              <a:defRPr lang="en-US" sz="900" dirty="0" smtClean="0">
                <a:solidFill>
                  <a:srgbClr val="000033"/>
                </a:solidFill>
                <a:latin typeface="Arial" panose="020B0604020202020204" pitchFamily="34" charset="0"/>
                <a:cs typeface="Arial" panose="020B0604020202020204" pitchFamily="34" charset="0"/>
              </a:defRPr>
            </a:lvl1pPr>
          </a:lstStyle>
          <a:p>
            <a:pPr marL="0" lvl="0"/>
            <a:r>
              <a:rPr lang="en-US"/>
              <a:t>Subtitle Goes Here</a:t>
            </a:r>
          </a:p>
        </p:txBody>
      </p:sp>
      <p:sp>
        <p:nvSpPr>
          <p:cNvPr id="16" name="Title 1">
            <a:extLst>
              <a:ext uri="{FF2B5EF4-FFF2-40B4-BE49-F238E27FC236}">
                <a16:creationId xmlns:a16="http://schemas.microsoft.com/office/drawing/2014/main" id="{43859443-5F0A-0F40-8E32-E47E619D4B66}"/>
              </a:ext>
            </a:extLst>
          </p:cNvPr>
          <p:cNvSpPr>
            <a:spLocks noGrp="1"/>
          </p:cNvSpPr>
          <p:nvPr>
            <p:ph type="ctrTitle" hasCustomPrompt="1"/>
          </p:nvPr>
        </p:nvSpPr>
        <p:spPr>
          <a:xfrm>
            <a:off x="3758580" y="1824361"/>
            <a:ext cx="4478396" cy="891654"/>
          </a:xfrm>
          <a:prstGeom prst="rect">
            <a:avLst/>
          </a:prstGeom>
          <a:noFill/>
        </p:spPr>
        <p:txBody>
          <a:bodyPr wrap="square" lIns="0" tIns="0" rIns="0" bIns="0" rtlCol="0" anchor="ctr">
            <a:noAutofit/>
          </a:bodyPr>
          <a:lstStyle>
            <a:lvl1pPr>
              <a:defRPr lang="en-US" sz="3600" b="1" i="0" dirty="0" smtClean="0">
                <a:solidFill>
                  <a:srgbClr val="000033"/>
                </a:solidFill>
                <a:latin typeface="Arial" panose="020B0604020202020204" pitchFamily="34" charset="0"/>
                <a:ea typeface="+mn-ea"/>
                <a:cs typeface="Arial" panose="020B0604020202020204" pitchFamily="34" charset="0"/>
              </a:defRPr>
            </a:lvl1pPr>
          </a:lstStyle>
          <a:p>
            <a:pPr marL="0" lvl="0" defTabSz="457189">
              <a:lnSpc>
                <a:spcPct val="83000"/>
              </a:lnSpc>
              <a:spcAft>
                <a:spcPts val="1200"/>
              </a:spcAft>
            </a:pPr>
            <a:r>
              <a:rPr lang="en-US"/>
              <a:t>Presentation Title Here</a:t>
            </a:r>
          </a:p>
        </p:txBody>
      </p:sp>
      <p:pic>
        <p:nvPicPr>
          <p:cNvPr id="7" name="Graphic 6">
            <a:extLst>
              <a:ext uri="{FF2B5EF4-FFF2-40B4-BE49-F238E27FC236}">
                <a16:creationId xmlns:a16="http://schemas.microsoft.com/office/drawing/2014/main" id="{CD58472F-A03C-9E9A-A599-1CE530018AD5}"/>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44380" y="1654942"/>
            <a:ext cx="2713773" cy="1782962"/>
          </a:xfrm>
          <a:prstGeom prst="rect">
            <a:avLst/>
          </a:prstGeom>
        </p:spPr>
      </p:pic>
    </p:spTree>
    <p:extLst>
      <p:ext uri="{BB962C8B-B14F-4D97-AF65-F5344CB8AC3E}">
        <p14:creationId xmlns:p14="http://schemas.microsoft.com/office/powerpoint/2010/main" val="33366756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Light - One Colum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42156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ustomer-transition-slide-17">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D97CBE4-223A-17DA-BA31-D259ADCDECE5}"/>
              </a:ext>
            </a:extLst>
          </p:cNvPr>
          <p:cNvSpPr/>
          <p:nvPr userDrawn="1"/>
        </p:nvSpPr>
        <p:spPr>
          <a:xfrm>
            <a:off x="0" y="0"/>
            <a:ext cx="9144000" cy="5143500"/>
          </a:xfrm>
          <a:prstGeom prst="rect">
            <a:avLst/>
          </a:prstGeom>
          <a:solidFill>
            <a:srgbClr val="000000">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Text Placeholder 3">
            <a:extLst>
              <a:ext uri="{FF2B5EF4-FFF2-40B4-BE49-F238E27FC236}">
                <a16:creationId xmlns:a16="http://schemas.microsoft.com/office/drawing/2014/main" id="{0CBB7E44-B7EF-E75E-60CC-442100153DBB}"/>
              </a:ext>
            </a:extLst>
          </p:cNvPr>
          <p:cNvSpPr>
            <a:spLocks noGrp="1"/>
          </p:cNvSpPr>
          <p:nvPr>
            <p:ph type="body" sz="quarter" idx="10" hasCustomPrompt="1"/>
          </p:nvPr>
        </p:nvSpPr>
        <p:spPr>
          <a:xfrm>
            <a:off x="1593671" y="2266731"/>
            <a:ext cx="6968438" cy="543534"/>
          </a:xfrm>
          <a:prstGeom prst="rect">
            <a:avLst/>
          </a:prstGeom>
        </p:spPr>
        <p:txBody>
          <a:bodyPr/>
          <a:lstStyle>
            <a:lvl1pPr marL="0" indent="0">
              <a:buNone/>
              <a:defRPr sz="2800">
                <a:solidFill>
                  <a:schemeClr val="bg1"/>
                </a:solidFill>
              </a:defRPr>
            </a:lvl1pPr>
          </a:lstStyle>
          <a:p>
            <a:pPr lvl="0"/>
            <a:r>
              <a:rPr lang="en-US"/>
              <a:t>Section Title</a:t>
            </a:r>
          </a:p>
        </p:txBody>
      </p:sp>
      <p:pic>
        <p:nvPicPr>
          <p:cNvPr id="2" name="Graphic 1">
            <a:extLst>
              <a:ext uri="{FF2B5EF4-FFF2-40B4-BE49-F238E27FC236}">
                <a16:creationId xmlns:a16="http://schemas.microsoft.com/office/drawing/2014/main" id="{8D35D7E4-4D20-E77D-690B-45D86D1F6BD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73516" y="2181686"/>
            <a:ext cx="682437" cy="691915"/>
          </a:xfrm>
          <a:prstGeom prst="rect">
            <a:avLst/>
          </a:prstGeom>
        </p:spPr>
      </p:pic>
      <p:sp>
        <p:nvSpPr>
          <p:cNvPr id="5" name="TextBox 4">
            <a:extLst>
              <a:ext uri="{FF2B5EF4-FFF2-40B4-BE49-F238E27FC236}">
                <a16:creationId xmlns:a16="http://schemas.microsoft.com/office/drawing/2014/main" id="{A97E011B-D96C-0881-0D3F-F5DF5C2863F9}"/>
              </a:ext>
            </a:extLst>
          </p:cNvPr>
          <p:cNvSpPr txBox="1"/>
          <p:nvPr userDrawn="1"/>
        </p:nvSpPr>
        <p:spPr>
          <a:xfrm>
            <a:off x="6428232" y="4681728"/>
            <a:ext cx="2505456" cy="307777"/>
          </a:xfrm>
          <a:prstGeom prst="rect">
            <a:avLst/>
          </a:prstGeom>
          <a:noFill/>
        </p:spPr>
        <p:txBody>
          <a:bodyPr wrap="square" rtlCol="0">
            <a:spAutoFit/>
          </a:bodyPr>
          <a:lstStyle/>
          <a:p>
            <a:pPr algn="r"/>
            <a:r>
              <a:rPr lang="en-US" sz="700" b="1" err="1">
                <a:solidFill>
                  <a:schemeClr val="bg2"/>
                </a:solidFill>
              </a:rPr>
              <a:t>Smartnumbers</a:t>
            </a:r>
            <a:br>
              <a:rPr lang="en-US" sz="700" b="1">
                <a:solidFill>
                  <a:schemeClr val="bg2"/>
                </a:solidFill>
              </a:rPr>
            </a:br>
            <a:r>
              <a:rPr lang="en-US" sz="700" b="0">
                <a:solidFill>
                  <a:schemeClr val="bg2"/>
                </a:solidFill>
              </a:rPr>
              <a:t>Acumatica Customer</a:t>
            </a:r>
          </a:p>
        </p:txBody>
      </p:sp>
    </p:spTree>
    <p:extLst>
      <p:ext uri="{BB962C8B-B14F-4D97-AF65-F5344CB8AC3E}">
        <p14:creationId xmlns:p14="http://schemas.microsoft.com/office/powerpoint/2010/main" val="20461745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ustomer-transition-slide-9">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745735-6D6A-900D-FBB5-A4E376F82980}"/>
              </a:ext>
            </a:extLst>
          </p:cNvPr>
          <p:cNvSpPr/>
          <p:nvPr userDrawn="1"/>
        </p:nvSpPr>
        <p:spPr>
          <a:xfrm>
            <a:off x="0" y="0"/>
            <a:ext cx="9144000" cy="5143500"/>
          </a:xfrm>
          <a:prstGeom prst="rect">
            <a:avLst/>
          </a:prstGeom>
          <a:solidFill>
            <a:srgbClr val="000000">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Text Placeholder 3">
            <a:extLst>
              <a:ext uri="{FF2B5EF4-FFF2-40B4-BE49-F238E27FC236}">
                <a16:creationId xmlns:a16="http://schemas.microsoft.com/office/drawing/2014/main" id="{0CBB7E44-B7EF-E75E-60CC-442100153DBB}"/>
              </a:ext>
            </a:extLst>
          </p:cNvPr>
          <p:cNvSpPr>
            <a:spLocks noGrp="1"/>
          </p:cNvSpPr>
          <p:nvPr>
            <p:ph type="body" sz="quarter" idx="10" hasCustomPrompt="1"/>
          </p:nvPr>
        </p:nvSpPr>
        <p:spPr>
          <a:xfrm>
            <a:off x="1593671" y="2266731"/>
            <a:ext cx="6968438" cy="543534"/>
          </a:xfrm>
          <a:prstGeom prst="rect">
            <a:avLst/>
          </a:prstGeom>
        </p:spPr>
        <p:txBody>
          <a:bodyPr/>
          <a:lstStyle>
            <a:lvl1pPr marL="0" indent="0">
              <a:buNone/>
              <a:defRPr sz="2800">
                <a:solidFill>
                  <a:schemeClr val="bg1"/>
                </a:solidFill>
              </a:defRPr>
            </a:lvl1pPr>
          </a:lstStyle>
          <a:p>
            <a:pPr lvl="0"/>
            <a:r>
              <a:rPr lang="en-US"/>
              <a:t>Section Title</a:t>
            </a:r>
          </a:p>
        </p:txBody>
      </p:sp>
      <p:pic>
        <p:nvPicPr>
          <p:cNvPr id="2" name="Graphic 1">
            <a:extLst>
              <a:ext uri="{FF2B5EF4-FFF2-40B4-BE49-F238E27FC236}">
                <a16:creationId xmlns:a16="http://schemas.microsoft.com/office/drawing/2014/main" id="{8D35D7E4-4D20-E77D-690B-45D86D1F6BD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73516" y="2181686"/>
            <a:ext cx="682437" cy="691915"/>
          </a:xfrm>
          <a:prstGeom prst="rect">
            <a:avLst/>
          </a:prstGeom>
        </p:spPr>
      </p:pic>
      <p:sp>
        <p:nvSpPr>
          <p:cNvPr id="5" name="TextBox 4">
            <a:extLst>
              <a:ext uri="{FF2B5EF4-FFF2-40B4-BE49-F238E27FC236}">
                <a16:creationId xmlns:a16="http://schemas.microsoft.com/office/drawing/2014/main" id="{D3452AA0-470C-643A-7A93-7B257C9F41EA}"/>
              </a:ext>
            </a:extLst>
          </p:cNvPr>
          <p:cNvSpPr txBox="1"/>
          <p:nvPr userDrawn="1"/>
        </p:nvSpPr>
        <p:spPr>
          <a:xfrm>
            <a:off x="6428232" y="4681728"/>
            <a:ext cx="2505456" cy="307777"/>
          </a:xfrm>
          <a:prstGeom prst="rect">
            <a:avLst/>
          </a:prstGeom>
          <a:noFill/>
        </p:spPr>
        <p:txBody>
          <a:bodyPr wrap="square" rtlCol="0">
            <a:spAutoFit/>
          </a:bodyPr>
          <a:lstStyle/>
          <a:p>
            <a:pPr algn="r"/>
            <a:r>
              <a:rPr lang="en-US" sz="700" b="1">
                <a:solidFill>
                  <a:schemeClr val="bg2"/>
                </a:solidFill>
              </a:rPr>
              <a:t>Groupe SGM</a:t>
            </a:r>
            <a:br>
              <a:rPr lang="en-US" sz="700" b="1">
                <a:solidFill>
                  <a:schemeClr val="bg2"/>
                </a:solidFill>
              </a:rPr>
            </a:br>
            <a:r>
              <a:rPr lang="en-US" sz="700" b="0">
                <a:solidFill>
                  <a:schemeClr val="bg2"/>
                </a:solidFill>
              </a:rPr>
              <a:t>Acumatica Customer</a:t>
            </a:r>
          </a:p>
        </p:txBody>
      </p:sp>
    </p:spTree>
    <p:extLst>
      <p:ext uri="{BB962C8B-B14F-4D97-AF65-F5344CB8AC3E}">
        <p14:creationId xmlns:p14="http://schemas.microsoft.com/office/powerpoint/2010/main" val="15286701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ustomer-transition-slide-10">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0B79AB-C2A5-499A-6880-094E5CAC7327}"/>
              </a:ext>
            </a:extLst>
          </p:cNvPr>
          <p:cNvSpPr/>
          <p:nvPr userDrawn="1"/>
        </p:nvSpPr>
        <p:spPr>
          <a:xfrm>
            <a:off x="0" y="0"/>
            <a:ext cx="9144000" cy="5143500"/>
          </a:xfrm>
          <a:prstGeom prst="rect">
            <a:avLst/>
          </a:prstGeom>
          <a:solidFill>
            <a:srgbClr val="00000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Text Placeholder 3">
            <a:extLst>
              <a:ext uri="{FF2B5EF4-FFF2-40B4-BE49-F238E27FC236}">
                <a16:creationId xmlns:a16="http://schemas.microsoft.com/office/drawing/2014/main" id="{0CBB7E44-B7EF-E75E-60CC-442100153DBB}"/>
              </a:ext>
            </a:extLst>
          </p:cNvPr>
          <p:cNvSpPr>
            <a:spLocks noGrp="1"/>
          </p:cNvSpPr>
          <p:nvPr>
            <p:ph type="body" sz="quarter" idx="10" hasCustomPrompt="1"/>
          </p:nvPr>
        </p:nvSpPr>
        <p:spPr>
          <a:xfrm>
            <a:off x="1593671" y="2266731"/>
            <a:ext cx="6968438" cy="543534"/>
          </a:xfrm>
          <a:prstGeom prst="rect">
            <a:avLst/>
          </a:prstGeom>
        </p:spPr>
        <p:txBody>
          <a:bodyPr/>
          <a:lstStyle>
            <a:lvl1pPr marL="0" indent="0">
              <a:buNone/>
              <a:defRPr sz="2800">
                <a:solidFill>
                  <a:schemeClr val="bg1"/>
                </a:solidFill>
              </a:defRPr>
            </a:lvl1pPr>
          </a:lstStyle>
          <a:p>
            <a:pPr lvl="0"/>
            <a:r>
              <a:rPr lang="en-US"/>
              <a:t>Section Title</a:t>
            </a:r>
          </a:p>
        </p:txBody>
      </p:sp>
      <p:pic>
        <p:nvPicPr>
          <p:cNvPr id="2" name="Graphic 1">
            <a:extLst>
              <a:ext uri="{FF2B5EF4-FFF2-40B4-BE49-F238E27FC236}">
                <a16:creationId xmlns:a16="http://schemas.microsoft.com/office/drawing/2014/main" id="{8D35D7E4-4D20-E77D-690B-45D86D1F6BD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73516" y="2181686"/>
            <a:ext cx="682437" cy="691915"/>
          </a:xfrm>
          <a:prstGeom prst="rect">
            <a:avLst/>
          </a:prstGeom>
        </p:spPr>
      </p:pic>
      <p:sp>
        <p:nvSpPr>
          <p:cNvPr id="5" name="TextBox 4">
            <a:extLst>
              <a:ext uri="{FF2B5EF4-FFF2-40B4-BE49-F238E27FC236}">
                <a16:creationId xmlns:a16="http://schemas.microsoft.com/office/drawing/2014/main" id="{1190932C-EF5D-B103-AAAD-79181EFC3486}"/>
              </a:ext>
            </a:extLst>
          </p:cNvPr>
          <p:cNvSpPr txBox="1"/>
          <p:nvPr userDrawn="1"/>
        </p:nvSpPr>
        <p:spPr>
          <a:xfrm>
            <a:off x="6428232" y="4681728"/>
            <a:ext cx="2505456" cy="307777"/>
          </a:xfrm>
          <a:prstGeom prst="rect">
            <a:avLst/>
          </a:prstGeom>
          <a:noFill/>
        </p:spPr>
        <p:txBody>
          <a:bodyPr wrap="square" rtlCol="0">
            <a:spAutoFit/>
          </a:bodyPr>
          <a:lstStyle/>
          <a:p>
            <a:pPr algn="r"/>
            <a:r>
              <a:rPr lang="en-US" sz="700" b="1">
                <a:solidFill>
                  <a:schemeClr val="bg2"/>
                </a:solidFill>
              </a:rPr>
              <a:t>IOC Construction</a:t>
            </a:r>
            <a:br>
              <a:rPr lang="en-US" sz="700" b="1">
                <a:solidFill>
                  <a:schemeClr val="bg2"/>
                </a:solidFill>
              </a:rPr>
            </a:br>
            <a:r>
              <a:rPr lang="en-US" sz="700" b="0">
                <a:solidFill>
                  <a:schemeClr val="bg2"/>
                </a:solidFill>
              </a:rPr>
              <a:t>Acumatica Customer</a:t>
            </a:r>
          </a:p>
        </p:txBody>
      </p:sp>
    </p:spTree>
    <p:extLst>
      <p:ext uri="{BB962C8B-B14F-4D97-AF65-F5344CB8AC3E}">
        <p14:creationId xmlns:p14="http://schemas.microsoft.com/office/powerpoint/2010/main" val="20060861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hank You_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29B2D3-4751-4FCB-617C-7A60ECE00203}"/>
              </a:ext>
            </a:extLst>
          </p:cNvPr>
          <p:cNvSpPr txBox="1"/>
          <p:nvPr userDrawn="1"/>
        </p:nvSpPr>
        <p:spPr>
          <a:xfrm>
            <a:off x="3985650" y="2350951"/>
            <a:ext cx="3342105" cy="552139"/>
          </a:xfrm>
          <a:prstGeom prst="rect">
            <a:avLst/>
          </a:prstGeom>
          <a:noFill/>
        </p:spPr>
        <p:txBody>
          <a:bodyPr wrap="square" rtlCol="0">
            <a:spAutoFit/>
          </a:bodyPr>
          <a:lstStyle/>
          <a:p>
            <a:pPr marL="0" lvl="0" algn="l" defTabSz="457200" rtl="0" eaLnBrk="1" latinLnBrk="0" hangingPunct="1">
              <a:lnSpc>
                <a:spcPct val="83000"/>
              </a:lnSpc>
              <a:spcBef>
                <a:spcPct val="0"/>
              </a:spcBef>
              <a:spcAft>
                <a:spcPts val="1200"/>
              </a:spcAft>
              <a:buNone/>
            </a:pPr>
            <a:r>
              <a:rPr lang="en-US" sz="3600" b="1" i="0" kern="1200">
                <a:solidFill>
                  <a:srgbClr val="000033"/>
                </a:solidFill>
                <a:latin typeface="Arial" panose="020B0604020202020204" pitchFamily="34" charset="0"/>
                <a:ea typeface="+mn-ea"/>
                <a:cs typeface="Arial" panose="020B0604020202020204" pitchFamily="34" charset="0"/>
              </a:rPr>
              <a:t>Thank you</a:t>
            </a:r>
          </a:p>
        </p:txBody>
      </p:sp>
      <p:sp>
        <p:nvSpPr>
          <p:cNvPr id="4" name="Rectangle 3">
            <a:extLst>
              <a:ext uri="{FF2B5EF4-FFF2-40B4-BE49-F238E27FC236}">
                <a16:creationId xmlns:a16="http://schemas.microsoft.com/office/drawing/2014/main" id="{DAB897F1-2CAF-AF6A-CAAF-9C232DD11408}"/>
              </a:ext>
            </a:extLst>
          </p:cNvPr>
          <p:cNvSpPr/>
          <p:nvPr userDrawn="1"/>
        </p:nvSpPr>
        <p:spPr>
          <a:xfrm>
            <a:off x="0" y="0"/>
            <a:ext cx="3044858"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pic>
        <p:nvPicPr>
          <p:cNvPr id="6" name="Graphic 5">
            <a:extLst>
              <a:ext uri="{FF2B5EF4-FFF2-40B4-BE49-F238E27FC236}">
                <a16:creationId xmlns:a16="http://schemas.microsoft.com/office/drawing/2014/main" id="{8A89FB27-DA12-4256-CFCA-46A5CC71B50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2660" y="1636088"/>
            <a:ext cx="2713773" cy="1782962"/>
          </a:xfrm>
          <a:prstGeom prst="rect">
            <a:avLst/>
          </a:prstGeom>
        </p:spPr>
      </p:pic>
    </p:spTree>
    <p:extLst>
      <p:ext uri="{BB962C8B-B14F-4D97-AF65-F5344CB8AC3E}">
        <p14:creationId xmlns:p14="http://schemas.microsoft.com/office/powerpoint/2010/main" val="4000329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1236038"/>
      </p:ext>
    </p:extLst>
  </p:cSld>
  <p:clrMap bg1="lt1" tx1="dk1" bg2="lt2" tx2="dk2" accent1="accent1" accent2="accent2" accent3="accent3" accent4="accent4" accent5="accent5" accent6="accent6" hlink="hlink" folHlink="folHlink"/>
  <p:sldLayoutIdLst>
    <p:sldLayoutId id="2147483649"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22" r:id="rId12"/>
    <p:sldLayoutId id="2147483721" r:id="rId13"/>
    <p:sldLayoutId id="2147483723" r:id="rId14"/>
    <p:sldLayoutId id="2147483687" r:id="rId15"/>
    <p:sldLayoutId id="2147483724" r:id="rId16"/>
  </p:sldLayoutIdLst>
  <p:hf hdr="0" ftr="0" dt="0"/>
  <p:txStyles>
    <p:titleStyle>
      <a:lvl1pPr algn="l" defTabSz="685800" rtl="0" eaLnBrk="1" latinLnBrk="0" hangingPunct="1">
        <a:lnSpc>
          <a:spcPct val="100000"/>
        </a:lnSpc>
        <a:spcBef>
          <a:spcPct val="0"/>
        </a:spcBef>
        <a:buNone/>
        <a:defRPr sz="2400" b="0" kern="1200">
          <a:solidFill>
            <a:srgbClr val="33CCFF"/>
          </a:solidFill>
          <a:latin typeface="+mj-lt"/>
          <a:ea typeface="+mj-ea"/>
          <a:cs typeface="+mj-cs"/>
        </a:defRPr>
      </a:lvl1pPr>
    </p:titleStyle>
    <p:bodyStyle>
      <a:lvl1pPr marL="228600" indent="-228600" algn="l" defTabSz="685800" rtl="0" eaLnBrk="1" latinLnBrk="0" hangingPunct="1">
        <a:lnSpc>
          <a:spcPct val="100000"/>
        </a:lnSpc>
        <a:spcBef>
          <a:spcPts val="1200"/>
        </a:spcBef>
        <a:spcAft>
          <a:spcPts val="200"/>
        </a:spcAft>
        <a:buSzPct val="90000"/>
        <a:buFont typeface="Wingdings" charset="2"/>
        <a:buChar char="§"/>
        <a:defRPr sz="2000" kern="1200">
          <a:solidFill>
            <a:schemeClr val="tx2"/>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Wingdings" charset="2"/>
        <a:buChar char="§"/>
        <a:defRPr sz="1800" kern="1200">
          <a:solidFill>
            <a:schemeClr val="tx2"/>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Wingdings" charset="2"/>
        <a:buChar char="§"/>
        <a:defRPr sz="1600" kern="1200">
          <a:solidFill>
            <a:schemeClr val="tx2"/>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Char char="§"/>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3" pos="5556">
          <p15:clr>
            <a:srgbClr val="F26B43"/>
          </p15:clr>
        </p15:guide>
        <p15:guide id="4" orient="horz" pos="643">
          <p15:clr>
            <a:srgbClr val="F26B43"/>
          </p15:clr>
        </p15:guide>
        <p15:guide id="5" orient="horz" pos="2832">
          <p15:clr>
            <a:srgbClr val="F26B43"/>
          </p15:clr>
        </p15:guide>
        <p15:guide id="6" orient="horz" pos="900">
          <p15:clr>
            <a:srgbClr val="F26B43"/>
          </p15:clr>
        </p15:guide>
        <p15:guide id="7"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6443682"/>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Lst>
  <p:hf hdr="0" ftr="0" dt="0"/>
  <p:txStyles>
    <p:titleStyle>
      <a:lvl1pPr algn="l" defTabSz="685800" rtl="0" eaLnBrk="1" latinLnBrk="0" hangingPunct="1">
        <a:lnSpc>
          <a:spcPct val="100000"/>
        </a:lnSpc>
        <a:spcBef>
          <a:spcPct val="0"/>
        </a:spcBef>
        <a:buNone/>
        <a:defRPr sz="2400" b="0" kern="1200">
          <a:solidFill>
            <a:srgbClr val="33CCFF"/>
          </a:solidFill>
          <a:latin typeface="+mj-lt"/>
          <a:ea typeface="+mj-ea"/>
          <a:cs typeface="+mj-cs"/>
        </a:defRPr>
      </a:lvl1pPr>
    </p:titleStyle>
    <p:bodyStyle>
      <a:lvl1pPr marL="228600" indent="-228600" algn="l" defTabSz="685800" rtl="0" eaLnBrk="1" latinLnBrk="0" hangingPunct="1">
        <a:lnSpc>
          <a:spcPct val="100000"/>
        </a:lnSpc>
        <a:spcBef>
          <a:spcPts val="1200"/>
        </a:spcBef>
        <a:spcAft>
          <a:spcPts val="200"/>
        </a:spcAft>
        <a:buSzPct val="90000"/>
        <a:buFont typeface="Wingdings" charset="2"/>
        <a:buChar char="§"/>
        <a:defRPr sz="2000" kern="1200">
          <a:solidFill>
            <a:schemeClr val="tx2"/>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Wingdings" charset="2"/>
        <a:buChar char="§"/>
        <a:defRPr sz="1800" kern="1200">
          <a:solidFill>
            <a:schemeClr val="tx2"/>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Wingdings" charset="2"/>
        <a:buChar char="§"/>
        <a:defRPr sz="1600" kern="1200">
          <a:solidFill>
            <a:schemeClr val="tx2"/>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Char char="§"/>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3" pos="5556">
          <p15:clr>
            <a:srgbClr val="F26B43"/>
          </p15:clr>
        </p15:guide>
        <p15:guide id="4" orient="horz" pos="643">
          <p15:clr>
            <a:srgbClr val="F26B43"/>
          </p15:clr>
        </p15:guide>
        <p15:guide id="5" orient="horz" pos="2832">
          <p15:clr>
            <a:srgbClr val="F26B43"/>
          </p15:clr>
        </p15:guide>
        <p15:guide id="6" orient="horz" pos="900">
          <p15:clr>
            <a:srgbClr val="F26B43"/>
          </p15:clr>
        </p15:guide>
        <p15:guide id="7"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33"/>
        </a:solidFill>
        <a:effectLst/>
      </p:bgPr>
    </p:bg>
    <p:spTree>
      <p:nvGrpSpPr>
        <p:cNvPr id="1" name="">
          <a:extLst>
            <a:ext uri="{FF2B5EF4-FFF2-40B4-BE49-F238E27FC236}">
              <a16:creationId xmlns:a16="http://schemas.microsoft.com/office/drawing/2014/main" id="{81AD78E7-5CEE-B9F6-5936-82BD7C7C6CC5}"/>
            </a:ext>
          </a:extLst>
        </p:cNvPr>
        <p:cNvGrpSpPr/>
        <p:nvPr/>
      </p:nvGrpSpPr>
      <p:grpSpPr>
        <a:xfrm>
          <a:off x="0" y="0"/>
          <a:ext cx="0" cy="0"/>
          <a:chOff x="0" y="0"/>
          <a:chExt cx="0" cy="0"/>
        </a:xfrm>
      </p:grpSpPr>
      <p:sp>
        <p:nvSpPr>
          <p:cNvPr id="12" name="Off-page Connector 11">
            <a:extLst>
              <a:ext uri="{FF2B5EF4-FFF2-40B4-BE49-F238E27FC236}">
                <a16:creationId xmlns:a16="http://schemas.microsoft.com/office/drawing/2014/main" id="{4DA6B41D-D316-EA63-0865-F99EE4E9A8CC}"/>
              </a:ext>
            </a:extLst>
          </p:cNvPr>
          <p:cNvSpPr/>
          <p:nvPr/>
        </p:nvSpPr>
        <p:spPr>
          <a:xfrm>
            <a:off x="564530" y="1543003"/>
            <a:ext cx="2940670" cy="3056921"/>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Off-page Connector 10">
            <a:extLst>
              <a:ext uri="{FF2B5EF4-FFF2-40B4-BE49-F238E27FC236}">
                <a16:creationId xmlns:a16="http://schemas.microsoft.com/office/drawing/2014/main" id="{F224C74E-7AA1-02A3-FDFB-200EE890ED65}"/>
              </a:ext>
            </a:extLst>
          </p:cNvPr>
          <p:cNvSpPr/>
          <p:nvPr/>
        </p:nvSpPr>
        <p:spPr>
          <a:xfrm>
            <a:off x="564530" y="1361424"/>
            <a:ext cx="2940670" cy="3056921"/>
          </a:xfrm>
          <a:prstGeom prst="flowChartOffpageConnector">
            <a:avLst/>
          </a:prstGeom>
          <a:solidFill>
            <a:srgbClr val="0041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BE178E80-8287-0BAE-11AE-11DCF2CC8B62}"/>
              </a:ext>
            </a:extLst>
          </p:cNvPr>
          <p:cNvSpPr>
            <a:spLocks noGrp="1"/>
          </p:cNvSpPr>
          <p:nvPr>
            <p:ph type="title"/>
          </p:nvPr>
        </p:nvSpPr>
        <p:spPr/>
        <p:txBody>
          <a:bodyPr lIns="0" tIns="45720" rIns="91440" bIns="45720" anchor="ctr">
            <a:normAutofit/>
          </a:bodyPr>
          <a:lstStyle/>
          <a:p>
            <a:r>
              <a:rPr lang="en-US">
                <a:cs typeface="Arial"/>
              </a:rPr>
              <a:t>Acumatica's Technology Vision: AI That Works for You </a:t>
            </a:r>
          </a:p>
        </p:txBody>
      </p:sp>
      <p:sp>
        <p:nvSpPr>
          <p:cNvPr id="9" name="Text Placeholder 6">
            <a:extLst>
              <a:ext uri="{FF2B5EF4-FFF2-40B4-BE49-F238E27FC236}">
                <a16:creationId xmlns:a16="http://schemas.microsoft.com/office/drawing/2014/main" id="{741EBA2E-C249-7FD9-AB35-B7FAEC7014B0}"/>
              </a:ext>
            </a:extLst>
          </p:cNvPr>
          <p:cNvSpPr txBox="1">
            <a:spLocks/>
          </p:cNvSpPr>
          <p:nvPr/>
        </p:nvSpPr>
        <p:spPr>
          <a:xfrm>
            <a:off x="4368744" y="1269499"/>
            <a:ext cx="3804412" cy="3475037"/>
          </a:xfrm>
          <a:prstGeom prst="rect">
            <a:avLst/>
          </a:prstGeom>
        </p:spPr>
        <p:txBody>
          <a:bodyPr lIns="91440" tIns="45720" rIns="91440" bIns="45720" anchor="t"/>
          <a:lstStyle>
            <a:lvl1pPr marL="0" indent="0" algn="l" defTabSz="685800" rtl="0" eaLnBrk="1" latinLnBrk="0" hangingPunct="1">
              <a:lnSpc>
                <a:spcPct val="100000"/>
              </a:lnSpc>
              <a:spcBef>
                <a:spcPts val="1200"/>
              </a:spcBef>
              <a:spcAft>
                <a:spcPts val="200"/>
              </a:spcAft>
              <a:buSzPct val="90000"/>
              <a:buFont typeface="Wingdings" charset="2"/>
              <a:buNone/>
              <a:defRPr sz="1400" kern="1200">
                <a:solidFill>
                  <a:schemeClr val="bg1"/>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Arial" panose="020B0604020202020204" pitchFamily="34" charset="0"/>
              <a:buChar char="•"/>
              <a:defRPr sz="1200" kern="1200">
                <a:solidFill>
                  <a:schemeClr val="bg1">
                    <a:lumMod val="85000"/>
                  </a:schemeClr>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Arial" panose="020B0604020202020204" pitchFamily="34" charset="0"/>
              <a:buChar char="•"/>
              <a:defRPr sz="1200" kern="1200">
                <a:solidFill>
                  <a:schemeClr val="bg1">
                    <a:lumMod val="85000"/>
                  </a:schemeClr>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None/>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20000"/>
              </a:lnSpc>
              <a:spcBef>
                <a:spcPts val="1200"/>
              </a:spcBef>
              <a:spcAft>
                <a:spcPts val="200"/>
              </a:spcAft>
              <a:buClrTx/>
              <a:buSzPct val="90000"/>
              <a:buFont typeface="Wingdings" charset="2"/>
              <a:buNone/>
              <a:tabLst/>
              <a:defRPr/>
            </a:pPr>
            <a:r>
              <a:rPr kumimoji="0" lang="en-US" sz="1250" b="1" i="0" u="none" strike="noStrike" kern="1200" cap="none" spc="0" normalizeH="0" baseline="0" noProof="0" dirty="0">
                <a:ln>
                  <a:noFill/>
                </a:ln>
                <a:solidFill>
                  <a:srgbClr val="FFFFFF"/>
                </a:solidFill>
                <a:effectLst/>
                <a:uLnTx/>
                <a:uFillTx/>
                <a:latin typeface="Arial" panose="020B0604020202020204"/>
                <a:ea typeface="+mn-ea"/>
                <a:cs typeface="+mn-cs"/>
              </a:rPr>
              <a:t>Our approach follows Acumatica’s Principles of Innovation, ensuring every AI capability is:</a:t>
            </a:r>
          </a:p>
          <a:p>
            <a:pPr marL="285750" marR="0" lvl="0" indent="-285750" algn="l" defTabSz="685800" rtl="0" eaLnBrk="1" fontAlgn="auto" latinLnBrk="0" hangingPunct="1">
              <a:lnSpc>
                <a:spcPct val="120000"/>
              </a:lnSpc>
              <a:spcBef>
                <a:spcPts val="1200"/>
              </a:spcBef>
              <a:spcAft>
                <a:spcPts val="200"/>
              </a:spcAft>
              <a:buClrTx/>
              <a:buSzPct val="90000"/>
              <a:buFont typeface="Arial" panose="020B0604020202020204" pitchFamily="34" charset="0"/>
              <a:buChar char="•"/>
              <a:tabLst/>
              <a:defRPr/>
            </a:pPr>
            <a:r>
              <a:rPr kumimoji="0" lang="en-US" sz="1000" b="1" i="0" u="none" strike="noStrike" kern="1200" cap="none" spc="0" normalizeH="0" baseline="0" noProof="0" dirty="0">
                <a:ln>
                  <a:noFill/>
                </a:ln>
                <a:solidFill>
                  <a:srgbClr val="33CCFF"/>
                </a:solidFill>
                <a:effectLst/>
                <a:uLnTx/>
                <a:uFillTx/>
                <a:latin typeface="Arial" panose="020B0604020202020204"/>
                <a:ea typeface="+mn-ea"/>
                <a:cs typeface="+mn-cs"/>
              </a:rPr>
              <a:t>Responsible</a:t>
            </a:r>
            <a:br>
              <a:rPr kumimoji="0" lang="en-US" sz="1000" b="1"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We safeguard your data privacy and security, giving you full ownership and control over your information.</a:t>
            </a:r>
          </a:p>
          <a:p>
            <a:pPr marL="285750" marR="0" lvl="0" indent="-285750" algn="l" defTabSz="685800" rtl="0" eaLnBrk="1" fontAlgn="auto" latinLnBrk="0" hangingPunct="1">
              <a:lnSpc>
                <a:spcPct val="120000"/>
              </a:lnSpc>
              <a:spcBef>
                <a:spcPts val="1200"/>
              </a:spcBef>
              <a:spcAft>
                <a:spcPts val="200"/>
              </a:spcAft>
              <a:buClrTx/>
              <a:buSzPct val="90000"/>
              <a:buFont typeface="Arial" panose="020B0604020202020204" pitchFamily="34" charset="0"/>
              <a:buChar char="•"/>
              <a:tabLst/>
              <a:defRPr/>
            </a:pPr>
            <a:r>
              <a:rPr kumimoji="0" lang="en-US" sz="1000" b="1" i="0" u="none" strike="noStrike" kern="1200" cap="none" spc="0" normalizeH="0" baseline="0" noProof="0" dirty="0">
                <a:ln>
                  <a:noFill/>
                </a:ln>
                <a:solidFill>
                  <a:srgbClr val="33CCFF"/>
                </a:solidFill>
                <a:effectLst/>
                <a:uLnTx/>
                <a:uFillTx/>
                <a:latin typeface="Arial" panose="020B0604020202020204"/>
                <a:ea typeface="+mn-ea"/>
                <a:cs typeface="+mn-cs"/>
              </a:rPr>
              <a:t>Practical</a:t>
            </a:r>
            <a:br>
              <a:rPr kumimoji="0" lang="en-US" sz="1000" b="1"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We focus on features that are intuitive, transparent, and easy to use, empowering everyone on your team—no matter their technical background.</a:t>
            </a:r>
          </a:p>
          <a:p>
            <a:pPr marL="285750" marR="0" lvl="0" indent="-285750" algn="l" defTabSz="685800" rtl="0" eaLnBrk="1" fontAlgn="auto" latinLnBrk="0" hangingPunct="1">
              <a:lnSpc>
                <a:spcPct val="120000"/>
              </a:lnSpc>
              <a:spcBef>
                <a:spcPts val="1200"/>
              </a:spcBef>
              <a:spcAft>
                <a:spcPts val="200"/>
              </a:spcAft>
              <a:buClrTx/>
              <a:buSzPct val="90000"/>
              <a:buFont typeface="Arial" panose="020B0604020202020204" pitchFamily="34" charset="0"/>
              <a:buChar char="•"/>
              <a:tabLst/>
              <a:defRPr/>
            </a:pPr>
            <a:r>
              <a:rPr kumimoji="0" lang="en-US" sz="1000" b="1" i="0" u="none" strike="noStrike" kern="1200" cap="none" spc="0" normalizeH="0" baseline="0" noProof="0" dirty="0">
                <a:ln>
                  <a:noFill/>
                </a:ln>
                <a:solidFill>
                  <a:srgbClr val="33CCFF"/>
                </a:solidFill>
                <a:effectLst/>
                <a:uLnTx/>
                <a:uFillTx/>
                <a:latin typeface="Arial" panose="020B0604020202020204"/>
                <a:ea typeface="+mn-ea"/>
                <a:cs typeface="+mn-cs"/>
              </a:rPr>
              <a:t>Valuable</a:t>
            </a:r>
            <a:br>
              <a:rPr kumimoji="0" lang="en-US" sz="1000" b="1"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We prioritize real-world impact by delivering AI solutions that address your business challenges, reduce costs, and unlock new opportunities.</a:t>
            </a:r>
          </a:p>
          <a:p>
            <a:pPr marL="0" marR="0" lvl="0" indent="0" algn="l" defTabSz="685800" rtl="0" eaLnBrk="1" fontAlgn="auto" latinLnBrk="0" hangingPunct="1">
              <a:lnSpc>
                <a:spcPct val="100000"/>
              </a:lnSpc>
              <a:spcBef>
                <a:spcPts val="1200"/>
              </a:spcBef>
              <a:spcAft>
                <a:spcPts val="200"/>
              </a:spcAft>
              <a:buClrTx/>
              <a:buSzPct val="90000"/>
              <a:buFont typeface="Wingdings" charset="2"/>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7" name="Text Placeholder 6">
            <a:extLst>
              <a:ext uri="{FF2B5EF4-FFF2-40B4-BE49-F238E27FC236}">
                <a16:creationId xmlns:a16="http://schemas.microsoft.com/office/drawing/2014/main" id="{0A0130C4-8D6D-9C7A-067C-69E7C46297C1}"/>
              </a:ext>
            </a:extLst>
          </p:cNvPr>
          <p:cNvSpPr>
            <a:spLocks noGrp="1"/>
          </p:cNvSpPr>
          <p:nvPr>
            <p:ph type="body" sz="quarter" idx="13"/>
          </p:nvPr>
        </p:nvSpPr>
        <p:spPr>
          <a:xfrm>
            <a:off x="826322" y="2137020"/>
            <a:ext cx="2386089" cy="2416410"/>
          </a:xfrm>
        </p:spPr>
        <p:txBody>
          <a:bodyPr lIns="91440" tIns="45720" rIns="91440" bIns="45720" anchor="t"/>
          <a:lstStyle/>
          <a:p>
            <a:pPr algn="ctr">
              <a:lnSpc>
                <a:spcPct val="120000"/>
              </a:lnSpc>
            </a:pPr>
            <a:r>
              <a:rPr lang="en-US" b="1" dirty="0"/>
              <a:t>We believe technology should serve people</a:t>
            </a:r>
            <a:r>
              <a:rPr lang="en-US" dirty="0"/>
              <a:t>, not the other way around. Our AI is built on a foundation of trust and designed to deliver real results.</a:t>
            </a:r>
            <a:endParaRPr lang="en-US" dirty="0">
              <a:cs typeface="Arial"/>
            </a:endParaRPr>
          </a:p>
          <a:p>
            <a:pPr algn="ctr"/>
            <a:endParaRPr lang="en-US" dirty="0"/>
          </a:p>
        </p:txBody>
      </p:sp>
      <p:sp>
        <p:nvSpPr>
          <p:cNvPr id="14" name="Graphic 138">
            <a:extLst>
              <a:ext uri="{FF2B5EF4-FFF2-40B4-BE49-F238E27FC236}">
                <a16:creationId xmlns:a16="http://schemas.microsoft.com/office/drawing/2014/main" id="{B0070186-ADA9-9C62-D4E1-0148032B64B5}"/>
              </a:ext>
            </a:extLst>
          </p:cNvPr>
          <p:cNvSpPr>
            <a:spLocks noChangeAspect="1"/>
          </p:cNvSpPr>
          <p:nvPr/>
        </p:nvSpPr>
        <p:spPr>
          <a:xfrm>
            <a:off x="1868362" y="1616925"/>
            <a:ext cx="333006" cy="380044"/>
          </a:xfrm>
          <a:custGeom>
            <a:avLst/>
            <a:gdLst>
              <a:gd name="connsiteX0" fmla="*/ 178381 w 401664"/>
              <a:gd name="connsiteY0" fmla="*/ 451847 h 458400"/>
              <a:gd name="connsiteX1" fmla="*/ 20670 w 401664"/>
              <a:gd name="connsiteY1" fmla="*/ 354216 h 458400"/>
              <a:gd name="connsiteX2" fmla="*/ 5312 w 401664"/>
              <a:gd name="connsiteY2" fmla="*/ 338442 h 458400"/>
              <a:gd name="connsiteX3" fmla="*/ 0 w 401664"/>
              <a:gd name="connsiteY3" fmla="*/ 317306 h 458400"/>
              <a:gd name="connsiteX4" fmla="*/ 0 w 401664"/>
              <a:gd name="connsiteY4" fmla="*/ 141084 h 458400"/>
              <a:gd name="connsiteX5" fmla="*/ 5312 w 401664"/>
              <a:gd name="connsiteY5" fmla="*/ 119948 h 458400"/>
              <a:gd name="connsiteX6" fmla="*/ 20670 w 401664"/>
              <a:gd name="connsiteY6" fmla="*/ 104175 h 458400"/>
              <a:gd name="connsiteX7" fmla="*/ 178381 w 401664"/>
              <a:gd name="connsiteY7" fmla="*/ 6553 h 458400"/>
              <a:gd name="connsiteX8" fmla="*/ 200828 w 401664"/>
              <a:gd name="connsiteY8" fmla="*/ 0 h 458400"/>
              <a:gd name="connsiteX9" fmla="*/ 223274 w 401664"/>
              <a:gd name="connsiteY9" fmla="*/ 6553 h 458400"/>
              <a:gd name="connsiteX10" fmla="*/ 380995 w 401664"/>
              <a:gd name="connsiteY10" fmla="*/ 104184 h 458400"/>
              <a:gd name="connsiteX11" fmla="*/ 396353 w 401664"/>
              <a:gd name="connsiteY11" fmla="*/ 119958 h 458400"/>
              <a:gd name="connsiteX12" fmla="*/ 401665 w 401664"/>
              <a:gd name="connsiteY12" fmla="*/ 141094 h 458400"/>
              <a:gd name="connsiteX13" fmla="*/ 401665 w 401664"/>
              <a:gd name="connsiteY13" fmla="*/ 317306 h 458400"/>
              <a:gd name="connsiteX14" fmla="*/ 396353 w 401664"/>
              <a:gd name="connsiteY14" fmla="*/ 338442 h 458400"/>
              <a:gd name="connsiteX15" fmla="*/ 380995 w 401664"/>
              <a:gd name="connsiteY15" fmla="*/ 354216 h 458400"/>
              <a:gd name="connsiteX16" fmla="*/ 223274 w 401664"/>
              <a:gd name="connsiteY16" fmla="*/ 451847 h 458400"/>
              <a:gd name="connsiteX17" fmla="*/ 200828 w 401664"/>
              <a:gd name="connsiteY17" fmla="*/ 458400 h 458400"/>
              <a:gd name="connsiteX18" fmla="*/ 178381 w 401664"/>
              <a:gd name="connsiteY18" fmla="*/ 451847 h 458400"/>
              <a:gd name="connsiteX19" fmla="*/ 178381 w 401664"/>
              <a:gd name="connsiteY19" fmla="*/ 410166 h 458400"/>
              <a:gd name="connsiteX20" fmla="*/ 200828 w 401664"/>
              <a:gd name="connsiteY20" fmla="*/ 416719 h 458400"/>
              <a:gd name="connsiteX21" fmla="*/ 223274 w 401664"/>
              <a:gd name="connsiteY21" fmla="*/ 410166 h 458400"/>
              <a:gd name="connsiteX22" fmla="*/ 327237 w 401664"/>
              <a:gd name="connsiteY22" fmla="*/ 345872 h 458400"/>
              <a:gd name="connsiteX23" fmla="*/ 266693 w 401664"/>
              <a:gd name="connsiteY23" fmla="*/ 316401 h 458400"/>
              <a:gd name="connsiteX24" fmla="*/ 200828 w 401664"/>
              <a:gd name="connsiteY24" fmla="*/ 306581 h 458400"/>
              <a:gd name="connsiteX25" fmla="*/ 134670 w 401664"/>
              <a:gd name="connsiteY25" fmla="*/ 316697 h 458400"/>
              <a:gd name="connsiteX26" fmla="*/ 73237 w 401664"/>
              <a:gd name="connsiteY26" fmla="*/ 345272 h 458400"/>
              <a:gd name="connsiteX27" fmla="*/ 178381 w 401664"/>
              <a:gd name="connsiteY27" fmla="*/ 410156 h 458400"/>
              <a:gd name="connsiteX28" fmla="*/ 200828 w 401664"/>
              <a:gd name="connsiteY28" fmla="*/ 247059 h 458400"/>
              <a:gd name="connsiteX29" fmla="*/ 255172 w 401664"/>
              <a:gd name="connsiteY29" fmla="*/ 224438 h 458400"/>
              <a:gd name="connsiteX30" fmla="*/ 277618 w 401664"/>
              <a:gd name="connsiteY30" fmla="*/ 169669 h 458400"/>
              <a:gd name="connsiteX31" fmla="*/ 255172 w 401664"/>
              <a:gd name="connsiteY31" fmla="*/ 114900 h 458400"/>
              <a:gd name="connsiteX32" fmla="*/ 200828 w 401664"/>
              <a:gd name="connsiteY32" fmla="*/ 92278 h 458400"/>
              <a:gd name="connsiteX33" fmla="*/ 146484 w 401664"/>
              <a:gd name="connsiteY33" fmla="*/ 114900 h 458400"/>
              <a:gd name="connsiteX34" fmla="*/ 124037 w 401664"/>
              <a:gd name="connsiteY34" fmla="*/ 169669 h 458400"/>
              <a:gd name="connsiteX35" fmla="*/ 146484 w 401664"/>
              <a:gd name="connsiteY35" fmla="*/ 224438 h 458400"/>
              <a:gd name="connsiteX36" fmla="*/ 200828 w 401664"/>
              <a:gd name="connsiteY36" fmla="*/ 247059 h 45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1664" h="458400">
                <a:moveTo>
                  <a:pt x="178381" y="451847"/>
                </a:moveTo>
                <a:lnTo>
                  <a:pt x="20670" y="354216"/>
                </a:lnTo>
                <a:cubicBezTo>
                  <a:pt x="13969" y="350253"/>
                  <a:pt x="8856" y="344986"/>
                  <a:pt x="5312" y="338442"/>
                </a:cubicBezTo>
                <a:cubicBezTo>
                  <a:pt x="1767" y="331899"/>
                  <a:pt x="0" y="324850"/>
                  <a:pt x="0" y="317306"/>
                </a:cubicBezTo>
                <a:lnTo>
                  <a:pt x="0" y="141084"/>
                </a:lnTo>
                <a:cubicBezTo>
                  <a:pt x="0" y="133550"/>
                  <a:pt x="1777" y="126502"/>
                  <a:pt x="5312" y="119948"/>
                </a:cubicBezTo>
                <a:cubicBezTo>
                  <a:pt x="8846" y="113395"/>
                  <a:pt x="13969" y="108147"/>
                  <a:pt x="20670" y="104175"/>
                </a:cubicBezTo>
                <a:lnTo>
                  <a:pt x="178381" y="6553"/>
                </a:lnTo>
                <a:cubicBezTo>
                  <a:pt x="185470" y="2191"/>
                  <a:pt x="192945" y="0"/>
                  <a:pt x="200828" y="0"/>
                </a:cubicBezTo>
                <a:cubicBezTo>
                  <a:pt x="208710" y="0"/>
                  <a:pt x="216186" y="2181"/>
                  <a:pt x="223274" y="6553"/>
                </a:cubicBezTo>
                <a:lnTo>
                  <a:pt x="380995" y="104184"/>
                </a:lnTo>
                <a:cubicBezTo>
                  <a:pt x="387687" y="108156"/>
                  <a:pt x="392809" y="113414"/>
                  <a:pt x="396353" y="119958"/>
                </a:cubicBezTo>
                <a:cubicBezTo>
                  <a:pt x="399898" y="126502"/>
                  <a:pt x="401665" y="133560"/>
                  <a:pt x="401665" y="141094"/>
                </a:cubicBezTo>
                <a:lnTo>
                  <a:pt x="401665" y="317306"/>
                </a:lnTo>
                <a:cubicBezTo>
                  <a:pt x="401665" y="324850"/>
                  <a:pt x="399888" y="331889"/>
                  <a:pt x="396353" y="338442"/>
                </a:cubicBezTo>
                <a:cubicBezTo>
                  <a:pt x="392819" y="344996"/>
                  <a:pt x="387687" y="350253"/>
                  <a:pt x="380995" y="354216"/>
                </a:cubicBezTo>
                <a:lnTo>
                  <a:pt x="223274" y="451847"/>
                </a:lnTo>
                <a:cubicBezTo>
                  <a:pt x="216186" y="456219"/>
                  <a:pt x="208701" y="458400"/>
                  <a:pt x="200828" y="458400"/>
                </a:cubicBezTo>
                <a:cubicBezTo>
                  <a:pt x="192955" y="458400"/>
                  <a:pt x="185470" y="456219"/>
                  <a:pt x="178381" y="451847"/>
                </a:cubicBezTo>
                <a:close/>
                <a:moveTo>
                  <a:pt x="178381" y="410166"/>
                </a:moveTo>
                <a:cubicBezTo>
                  <a:pt x="185470" y="414538"/>
                  <a:pt x="192945" y="416719"/>
                  <a:pt x="200828" y="416719"/>
                </a:cubicBezTo>
                <a:cubicBezTo>
                  <a:pt x="208710" y="416719"/>
                  <a:pt x="216186" y="414538"/>
                  <a:pt x="223274" y="410166"/>
                </a:cubicBezTo>
                <a:lnTo>
                  <a:pt x="327237" y="345872"/>
                </a:lnTo>
                <a:cubicBezTo>
                  <a:pt x="308335" y="332775"/>
                  <a:pt x="288147" y="322955"/>
                  <a:pt x="266693" y="316401"/>
                </a:cubicBezTo>
                <a:cubicBezTo>
                  <a:pt x="245229" y="309848"/>
                  <a:pt x="223274" y="306581"/>
                  <a:pt x="200828" y="306581"/>
                </a:cubicBezTo>
                <a:cubicBezTo>
                  <a:pt x="178381" y="306581"/>
                  <a:pt x="156322" y="309953"/>
                  <a:pt x="134670" y="316697"/>
                </a:cubicBezTo>
                <a:cubicBezTo>
                  <a:pt x="113008" y="323450"/>
                  <a:pt x="92527" y="332975"/>
                  <a:pt x="73237" y="345272"/>
                </a:cubicBezTo>
                <a:lnTo>
                  <a:pt x="178381" y="410156"/>
                </a:lnTo>
                <a:close/>
                <a:moveTo>
                  <a:pt x="200828" y="247059"/>
                </a:moveTo>
                <a:cubicBezTo>
                  <a:pt x="222093" y="247059"/>
                  <a:pt x="240201" y="239525"/>
                  <a:pt x="255172" y="224438"/>
                </a:cubicBezTo>
                <a:cubicBezTo>
                  <a:pt x="270143" y="209350"/>
                  <a:pt x="277618" y="191100"/>
                  <a:pt x="277618" y="169669"/>
                </a:cubicBezTo>
                <a:cubicBezTo>
                  <a:pt x="277618" y="148238"/>
                  <a:pt x="270133" y="129988"/>
                  <a:pt x="255172" y="114900"/>
                </a:cubicBezTo>
                <a:cubicBezTo>
                  <a:pt x="240201" y="99822"/>
                  <a:pt x="222093" y="92278"/>
                  <a:pt x="200828" y="92278"/>
                </a:cubicBezTo>
                <a:cubicBezTo>
                  <a:pt x="179563" y="92278"/>
                  <a:pt x="161445" y="99822"/>
                  <a:pt x="146484" y="114900"/>
                </a:cubicBezTo>
                <a:cubicBezTo>
                  <a:pt x="131522" y="129978"/>
                  <a:pt x="124037" y="148238"/>
                  <a:pt x="124037" y="169669"/>
                </a:cubicBezTo>
                <a:cubicBezTo>
                  <a:pt x="124037" y="191100"/>
                  <a:pt x="131513" y="209360"/>
                  <a:pt x="146484" y="224438"/>
                </a:cubicBezTo>
                <a:cubicBezTo>
                  <a:pt x="161445" y="239525"/>
                  <a:pt x="179563" y="247059"/>
                  <a:pt x="200828" y="247059"/>
                </a:cubicBezTo>
                <a:close/>
              </a:path>
            </a:pathLst>
          </a:custGeom>
          <a:solidFill>
            <a:schemeClr val="accent2"/>
          </a:solidFill>
          <a:ln w="9303"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a:ea typeface="+mn-ea"/>
              <a:cs typeface="+mn-cs"/>
            </a:endParaRPr>
          </a:p>
        </p:txBody>
      </p:sp>
      <p:pic>
        <p:nvPicPr>
          <p:cNvPr id="15" name="CONTAX Log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249500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9DE7C-8D87-F8F6-4097-8BDC437AC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FB632-CD43-92A0-8E10-462BE7EC6668}"/>
              </a:ext>
            </a:extLst>
          </p:cNvPr>
          <p:cNvSpPr>
            <a:spLocks noGrp="1"/>
          </p:cNvSpPr>
          <p:nvPr>
            <p:ph type="title"/>
          </p:nvPr>
        </p:nvSpPr>
        <p:spPr/>
        <p:txBody>
          <a:bodyPr lIns="0" anchor="ctr">
            <a:normAutofit/>
          </a:bodyPr>
          <a:lstStyle/>
          <a:p>
            <a:r>
              <a:rPr lang="en-US" dirty="0">
                <a:latin typeface="Arial" panose="020B0604020202020204" pitchFamily="34" charset="0"/>
                <a:ea typeface="Roboto Light" panose="02000000000000000000" pitchFamily="2" charset="0"/>
                <a:cs typeface="Arial" panose="020B0604020202020204" pitchFamily="34" charset="0"/>
              </a:rPr>
              <a:t>Acumatica’s AI First Architecture</a:t>
            </a:r>
          </a:p>
        </p:txBody>
      </p:sp>
      <p:grpSp>
        <p:nvGrpSpPr>
          <p:cNvPr id="20" name="Group 19">
            <a:extLst>
              <a:ext uri="{FF2B5EF4-FFF2-40B4-BE49-F238E27FC236}">
                <a16:creationId xmlns:a16="http://schemas.microsoft.com/office/drawing/2014/main" id="{B14C9B2C-FF87-4C41-A67B-3ACBC6B65603}"/>
              </a:ext>
            </a:extLst>
          </p:cNvPr>
          <p:cNvGrpSpPr/>
          <p:nvPr/>
        </p:nvGrpSpPr>
        <p:grpSpPr>
          <a:xfrm>
            <a:off x="1289304" y="1305462"/>
            <a:ext cx="5946876" cy="2651103"/>
            <a:chOff x="958290" y="1200436"/>
            <a:chExt cx="7138714" cy="3182423"/>
          </a:xfrm>
        </p:grpSpPr>
        <p:sp>
          <p:nvSpPr>
            <p:cNvPr id="31" name="Rectangle: Rounded Corners 28">
              <a:extLst>
                <a:ext uri="{FF2B5EF4-FFF2-40B4-BE49-F238E27FC236}">
                  <a16:creationId xmlns:a16="http://schemas.microsoft.com/office/drawing/2014/main" id="{CBBB048C-A69A-A9B5-F06F-C4BDADC77FD9}"/>
                </a:ext>
              </a:extLst>
            </p:cNvPr>
            <p:cNvSpPr/>
            <p:nvPr/>
          </p:nvSpPr>
          <p:spPr>
            <a:xfrm>
              <a:off x="2562706" y="1200436"/>
              <a:ext cx="4453467" cy="3182423"/>
            </a:xfrm>
            <a:prstGeom prst="roundRect">
              <a:avLst>
                <a:gd name="adj" fmla="val 5992"/>
              </a:avLst>
            </a:prstGeom>
            <a:solidFill>
              <a:srgbClr val="003C6B"/>
            </a:solidFill>
            <a:ln>
              <a:solidFill>
                <a:schemeClr val="accent6"/>
              </a:solidFill>
            </a:ln>
          </p:spPr>
          <p:style>
            <a:lnRef idx="2">
              <a:schemeClr val="accent3"/>
            </a:lnRef>
            <a:fillRef idx="1">
              <a:schemeClr val="lt1"/>
            </a:fillRef>
            <a:effectRef idx="0">
              <a:schemeClr val="accent3"/>
            </a:effectRef>
            <a:fontRef idx="minor">
              <a:schemeClr val="dk1"/>
            </a:fontRef>
          </p:style>
          <p:txBody>
            <a:bodyPr lIns="45720" tIns="0" rIns="45720" rtlCol="0" anchor="t"/>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5" name="Rectangle: Rounded Corners 2">
              <a:extLst>
                <a:ext uri="{FF2B5EF4-FFF2-40B4-BE49-F238E27FC236}">
                  <a16:creationId xmlns:a16="http://schemas.microsoft.com/office/drawing/2014/main" id="{5A0D9453-08CD-82B8-910B-0E746189145B}"/>
                </a:ext>
              </a:extLst>
            </p:cNvPr>
            <p:cNvSpPr/>
            <p:nvPr/>
          </p:nvSpPr>
          <p:spPr>
            <a:xfrm>
              <a:off x="2917578" y="2828616"/>
              <a:ext cx="2373375" cy="1324481"/>
            </a:xfrm>
            <a:prstGeom prst="roundRect">
              <a:avLst>
                <a:gd name="adj" fmla="val 8476"/>
              </a:avLst>
            </a:prstGeom>
            <a:solidFill>
              <a:srgbClr val="1071AE"/>
            </a:solidFill>
            <a:ln w="6350">
              <a:solidFill>
                <a:srgbClr val="1DA6E6"/>
              </a:solidFill>
            </a:ln>
          </p:spPr>
          <p:style>
            <a:lnRef idx="2">
              <a:schemeClr val="accent3"/>
            </a:lnRef>
            <a:fillRef idx="1">
              <a:schemeClr val="lt1"/>
            </a:fillRef>
            <a:effectRef idx="0">
              <a:schemeClr val="accent3"/>
            </a:effectRef>
            <a:fontRef idx="minor">
              <a:schemeClr val="dk1"/>
            </a:fontRef>
          </p:style>
          <p:txBody>
            <a:bodyPr lIns="45720" rIns="45720" rtlCol="0" anchor="t"/>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Roboto Light" panose="02000000000000000000" pitchFamily="2" charset="0"/>
                  <a:cs typeface="Arial" panose="020B0604020202020204" pitchFamily="34" charset="0"/>
                </a:rPr>
                <a:t>  Acumatica AI</a:t>
              </a:r>
            </a:p>
          </p:txBody>
        </p:sp>
        <p:sp>
          <p:nvSpPr>
            <p:cNvPr id="11" name="Rectangle: Rounded Corners 8">
              <a:extLst>
                <a:ext uri="{FF2B5EF4-FFF2-40B4-BE49-F238E27FC236}">
                  <a16:creationId xmlns:a16="http://schemas.microsoft.com/office/drawing/2014/main" id="{CF42B76D-7397-6C8C-E0F6-739D8C111C5B}"/>
                </a:ext>
              </a:extLst>
            </p:cNvPr>
            <p:cNvSpPr/>
            <p:nvPr/>
          </p:nvSpPr>
          <p:spPr>
            <a:xfrm>
              <a:off x="3094450" y="3323984"/>
              <a:ext cx="952941" cy="730795"/>
            </a:xfrm>
            <a:prstGeom prst="roundRect">
              <a:avLst>
                <a:gd name="adj" fmla="val 113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chorCtr="0"/>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rPr>
                <a:t>AI Studio</a:t>
              </a:r>
            </a:p>
          </p:txBody>
        </p:sp>
        <p:sp>
          <p:nvSpPr>
            <p:cNvPr id="72" name="Oval 71">
              <a:extLst>
                <a:ext uri="{FF2B5EF4-FFF2-40B4-BE49-F238E27FC236}">
                  <a16:creationId xmlns:a16="http://schemas.microsoft.com/office/drawing/2014/main" id="{2F5A81A1-BF75-C7B2-4284-146C7C023B48}"/>
                </a:ext>
              </a:extLst>
            </p:cNvPr>
            <p:cNvSpPr/>
            <p:nvPr/>
          </p:nvSpPr>
          <p:spPr>
            <a:xfrm>
              <a:off x="1567273" y="3308275"/>
              <a:ext cx="762102" cy="762102"/>
            </a:xfrm>
            <a:prstGeom prst="ellipse">
              <a:avLst/>
            </a:prstGeom>
            <a:solidFill>
              <a:schemeClr val="accent1"/>
            </a:solidFill>
            <a:ln w="381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EFFFF"/>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65" name="Oval 64">
              <a:extLst>
                <a:ext uri="{FF2B5EF4-FFF2-40B4-BE49-F238E27FC236}">
                  <a16:creationId xmlns:a16="http://schemas.microsoft.com/office/drawing/2014/main" id="{3935D54A-3280-91B6-493D-851E6D55DEF0}"/>
                </a:ext>
              </a:extLst>
            </p:cNvPr>
            <p:cNvSpPr/>
            <p:nvPr/>
          </p:nvSpPr>
          <p:spPr>
            <a:xfrm>
              <a:off x="4379663" y="3312352"/>
              <a:ext cx="765774" cy="765774"/>
            </a:xfrm>
            <a:prstGeom prst="ellipse">
              <a:avLst/>
            </a:prstGeom>
            <a:solidFill>
              <a:schemeClr val="accent1"/>
            </a:solidFill>
            <a:ln w="381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EFFFF"/>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cxnSp>
          <p:nvCxnSpPr>
            <p:cNvPr id="30" name="Straight Arrow Connector 29">
              <a:extLst>
                <a:ext uri="{FF2B5EF4-FFF2-40B4-BE49-F238E27FC236}">
                  <a16:creationId xmlns:a16="http://schemas.microsoft.com/office/drawing/2014/main" id="{DB7B8E05-7C91-E306-5E6A-EB22651B259B}"/>
                </a:ext>
              </a:extLst>
            </p:cNvPr>
            <p:cNvCxnSpPr>
              <a:cxnSpLocks/>
              <a:endCxn id="11" idx="1"/>
            </p:cNvCxnSpPr>
            <p:nvPr/>
          </p:nvCxnSpPr>
          <p:spPr>
            <a:xfrm>
              <a:off x="2332348" y="3687693"/>
              <a:ext cx="762102" cy="168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F0BE805-9CF5-F041-2B21-D63DB2AFAA96}"/>
                </a:ext>
              </a:extLst>
            </p:cNvPr>
            <p:cNvCxnSpPr>
              <a:cxnSpLocks/>
            </p:cNvCxnSpPr>
            <p:nvPr/>
          </p:nvCxnSpPr>
          <p:spPr>
            <a:xfrm flipH="1">
              <a:off x="4754821" y="2614534"/>
              <a:ext cx="1" cy="670968"/>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Rectangle: Rounded Corners 30">
              <a:extLst>
                <a:ext uri="{FF2B5EF4-FFF2-40B4-BE49-F238E27FC236}">
                  <a16:creationId xmlns:a16="http://schemas.microsoft.com/office/drawing/2014/main" id="{567031A9-7B3A-E220-51E0-2AB005CE0247}"/>
                </a:ext>
              </a:extLst>
            </p:cNvPr>
            <p:cNvSpPr/>
            <p:nvPr/>
          </p:nvSpPr>
          <p:spPr>
            <a:xfrm>
              <a:off x="958290" y="2033655"/>
              <a:ext cx="522035" cy="329564"/>
            </a:xfrm>
            <a:prstGeom prst="roundRect">
              <a:avLst/>
            </a:prstGeom>
            <a:solidFill>
              <a:schemeClr val="accent2"/>
            </a:solidFill>
            <a:ln>
              <a:solidFill>
                <a:schemeClr val="accent2">
                  <a:lumMod val="60000"/>
                  <a:lumOff val="40000"/>
                </a:schemeClr>
              </a:solidFill>
            </a:ln>
          </p:spPr>
          <p:style>
            <a:lnRef idx="2">
              <a:schemeClr val="accent1"/>
            </a:lnRef>
            <a:fillRef idx="1">
              <a:schemeClr val="lt1"/>
            </a:fillRef>
            <a:effectRef idx="0">
              <a:schemeClr val="accent1"/>
            </a:effectRef>
            <a:fontRef idx="minor">
              <a:schemeClr val="dk1"/>
            </a:fontRef>
          </p:style>
          <p:txBody>
            <a:bodyPr lIns="45720" rIns="4572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rPr>
                <a:t>Input</a:t>
              </a:r>
            </a:p>
          </p:txBody>
        </p:sp>
        <p:cxnSp>
          <p:nvCxnSpPr>
            <p:cNvPr id="34" name="Straight Arrow Connector 33">
              <a:extLst>
                <a:ext uri="{FF2B5EF4-FFF2-40B4-BE49-F238E27FC236}">
                  <a16:creationId xmlns:a16="http://schemas.microsoft.com/office/drawing/2014/main" id="{83AA9F1F-024E-E934-9827-C274A7755C20}"/>
                </a:ext>
              </a:extLst>
            </p:cNvPr>
            <p:cNvCxnSpPr>
              <a:cxnSpLocks/>
              <a:stCxn id="33" idx="3"/>
              <a:endCxn id="48" idx="1"/>
            </p:cNvCxnSpPr>
            <p:nvPr/>
          </p:nvCxnSpPr>
          <p:spPr>
            <a:xfrm>
              <a:off x="1480325" y="2198437"/>
              <a:ext cx="1446273" cy="167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7584D696-3577-D37B-0107-AD621E72166C}"/>
                </a:ext>
              </a:extLst>
            </p:cNvPr>
            <p:cNvGrpSpPr/>
            <p:nvPr/>
          </p:nvGrpSpPr>
          <p:grpSpPr>
            <a:xfrm>
              <a:off x="1688298" y="2324295"/>
              <a:ext cx="263750" cy="260807"/>
              <a:chOff x="2412849" y="2526613"/>
              <a:chExt cx="457200" cy="457200"/>
            </a:xfrm>
            <a:solidFill>
              <a:schemeClr val="accent4"/>
            </a:solidFill>
          </p:grpSpPr>
          <p:sp>
            <p:nvSpPr>
              <p:cNvPr id="36" name="Freeform 73">
                <a:extLst>
                  <a:ext uri="{FF2B5EF4-FFF2-40B4-BE49-F238E27FC236}">
                    <a16:creationId xmlns:a16="http://schemas.microsoft.com/office/drawing/2014/main" id="{BB7083FA-F3F6-BD26-AA43-190C568EF734}"/>
                  </a:ext>
                </a:extLst>
              </p:cNvPr>
              <p:cNvSpPr/>
              <p:nvPr/>
            </p:nvSpPr>
            <p:spPr>
              <a:xfrm>
                <a:off x="2604781" y="2652160"/>
                <a:ext cx="118094" cy="153710"/>
              </a:xfrm>
              <a:custGeom>
                <a:avLst/>
                <a:gdLst>
                  <a:gd name="connsiteX0" fmla="*/ 0 w 118094"/>
                  <a:gd name="connsiteY0" fmla="*/ 114300 h 153710"/>
                  <a:gd name="connsiteX1" fmla="*/ 118095 w 118094"/>
                  <a:gd name="connsiteY1" fmla="*/ 153711 h 153710"/>
                  <a:gd name="connsiteX2" fmla="*/ 118095 w 118094"/>
                  <a:gd name="connsiteY2" fmla="*/ 0 h 153710"/>
                  <a:gd name="connsiteX3" fmla="*/ 0 w 118094"/>
                  <a:gd name="connsiteY3" fmla="*/ 39548 h 153710"/>
                  <a:gd name="connsiteX4" fmla="*/ 0 w 118094"/>
                  <a:gd name="connsiteY4" fmla="*/ 114300 h 153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094" h="153710">
                    <a:moveTo>
                      <a:pt x="0" y="114300"/>
                    </a:moveTo>
                    <a:cubicBezTo>
                      <a:pt x="44303" y="117272"/>
                      <a:pt x="94503" y="141229"/>
                      <a:pt x="118095" y="153711"/>
                    </a:cubicBezTo>
                    <a:lnTo>
                      <a:pt x="118095" y="0"/>
                    </a:lnTo>
                    <a:cubicBezTo>
                      <a:pt x="94092" y="12344"/>
                      <a:pt x="42657" y="36485"/>
                      <a:pt x="0" y="39548"/>
                    </a:cubicBezTo>
                    <a:lnTo>
                      <a:pt x="0" y="114300"/>
                    </a:ln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37" name="Freeform 74">
                <a:extLst>
                  <a:ext uri="{FF2B5EF4-FFF2-40B4-BE49-F238E27FC236}">
                    <a16:creationId xmlns:a16="http://schemas.microsoft.com/office/drawing/2014/main" id="{59159FAD-B039-B95B-8B29-1B7705972472}"/>
                  </a:ext>
                </a:extLst>
              </p:cNvPr>
              <p:cNvSpPr/>
              <p:nvPr/>
            </p:nvSpPr>
            <p:spPr>
              <a:xfrm>
                <a:off x="2532269" y="2692073"/>
                <a:ext cx="54909" cy="74066"/>
              </a:xfrm>
              <a:custGeom>
                <a:avLst/>
                <a:gdLst>
                  <a:gd name="connsiteX0" fmla="*/ 54910 w 54909"/>
                  <a:gd name="connsiteY0" fmla="*/ 74066 h 74066"/>
                  <a:gd name="connsiteX1" fmla="*/ 54910 w 54909"/>
                  <a:gd name="connsiteY1" fmla="*/ 0 h 74066"/>
                  <a:gd name="connsiteX2" fmla="*/ 36896 w 54909"/>
                  <a:gd name="connsiteY2" fmla="*/ 0 h 74066"/>
                  <a:gd name="connsiteX3" fmla="*/ 0 w 54909"/>
                  <a:gd name="connsiteY3" fmla="*/ 37033 h 74066"/>
                  <a:gd name="connsiteX4" fmla="*/ 0 w 54909"/>
                  <a:gd name="connsiteY4" fmla="*/ 37033 h 74066"/>
                  <a:gd name="connsiteX5" fmla="*/ 36896 w 54909"/>
                  <a:gd name="connsiteY5" fmla="*/ 74066 h 74066"/>
                  <a:gd name="connsiteX6" fmla="*/ 54910 w 54909"/>
                  <a:gd name="connsiteY6" fmla="*/ 74066 h 74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909" h="74066">
                    <a:moveTo>
                      <a:pt x="54910" y="74066"/>
                    </a:moveTo>
                    <a:lnTo>
                      <a:pt x="54910" y="0"/>
                    </a:lnTo>
                    <a:lnTo>
                      <a:pt x="36896" y="0"/>
                    </a:lnTo>
                    <a:cubicBezTo>
                      <a:pt x="16505" y="91"/>
                      <a:pt x="46" y="16642"/>
                      <a:pt x="0" y="37033"/>
                    </a:cubicBezTo>
                    <a:lnTo>
                      <a:pt x="0" y="37033"/>
                    </a:lnTo>
                    <a:cubicBezTo>
                      <a:pt x="0" y="57424"/>
                      <a:pt x="16505" y="73975"/>
                      <a:pt x="36896" y="74066"/>
                    </a:cubicBezTo>
                    <a:lnTo>
                      <a:pt x="54910" y="74066"/>
                    </a:ln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38" name="Freeform 75">
                <a:extLst>
                  <a:ext uri="{FF2B5EF4-FFF2-40B4-BE49-F238E27FC236}">
                    <a16:creationId xmlns:a16="http://schemas.microsoft.com/office/drawing/2014/main" id="{2135C0AB-267E-FC34-F528-178CD4FE2EFB}"/>
                  </a:ext>
                </a:extLst>
              </p:cNvPr>
              <p:cNvSpPr/>
              <p:nvPr/>
            </p:nvSpPr>
            <p:spPr>
              <a:xfrm>
                <a:off x="2567702" y="2783742"/>
                <a:ext cx="55794" cy="80421"/>
              </a:xfrm>
              <a:custGeom>
                <a:avLst/>
                <a:gdLst>
                  <a:gd name="connsiteX0" fmla="*/ 55047 w 55794"/>
                  <a:gd name="connsiteY0" fmla="*/ 67391 h 80421"/>
                  <a:gd name="connsiteX1" fmla="*/ 54773 w 55794"/>
                  <a:gd name="connsiteY1" fmla="*/ 67026 h 80421"/>
                  <a:gd name="connsiteX2" fmla="*/ 39045 w 55794"/>
                  <a:gd name="connsiteY2" fmla="*/ 503 h 80421"/>
                  <a:gd name="connsiteX3" fmla="*/ 28438 w 55794"/>
                  <a:gd name="connsiteY3" fmla="*/ 0 h 80421"/>
                  <a:gd name="connsiteX4" fmla="*/ 0 w 55794"/>
                  <a:gd name="connsiteY4" fmla="*/ 0 h 80421"/>
                  <a:gd name="connsiteX5" fmla="*/ 27386 w 55794"/>
                  <a:gd name="connsiteY5" fmla="*/ 79827 h 80421"/>
                  <a:gd name="connsiteX6" fmla="*/ 27386 w 55794"/>
                  <a:gd name="connsiteY6" fmla="*/ 80421 h 80421"/>
                  <a:gd name="connsiteX7" fmla="*/ 53218 w 55794"/>
                  <a:gd name="connsiteY7" fmla="*/ 72695 h 80421"/>
                  <a:gd name="connsiteX8" fmla="*/ 54178 w 55794"/>
                  <a:gd name="connsiteY8" fmla="*/ 72146 h 80421"/>
                  <a:gd name="connsiteX9" fmla="*/ 55321 w 55794"/>
                  <a:gd name="connsiteY9" fmla="*/ 71552 h 80421"/>
                  <a:gd name="connsiteX10" fmla="*/ 55321 w 55794"/>
                  <a:gd name="connsiteY10" fmla="*/ 71552 h 80421"/>
                  <a:gd name="connsiteX11" fmla="*/ 55047 w 55794"/>
                  <a:gd name="connsiteY11" fmla="*/ 67437 h 8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794" h="80421">
                    <a:moveTo>
                      <a:pt x="55047" y="67391"/>
                    </a:moveTo>
                    <a:lnTo>
                      <a:pt x="54773" y="67026"/>
                    </a:lnTo>
                    <a:cubicBezTo>
                      <a:pt x="49606" y="58933"/>
                      <a:pt x="40142" y="35067"/>
                      <a:pt x="39045" y="503"/>
                    </a:cubicBezTo>
                    <a:cubicBezTo>
                      <a:pt x="35433" y="183"/>
                      <a:pt x="31867" y="0"/>
                      <a:pt x="28438" y="0"/>
                    </a:cubicBezTo>
                    <a:lnTo>
                      <a:pt x="0" y="0"/>
                    </a:lnTo>
                    <a:lnTo>
                      <a:pt x="27386" y="79827"/>
                    </a:lnTo>
                    <a:lnTo>
                      <a:pt x="27386" y="80421"/>
                    </a:lnTo>
                    <a:cubicBezTo>
                      <a:pt x="42931" y="78913"/>
                      <a:pt x="51069" y="74112"/>
                      <a:pt x="53218" y="72695"/>
                    </a:cubicBezTo>
                    <a:lnTo>
                      <a:pt x="54178" y="72146"/>
                    </a:lnTo>
                    <a:lnTo>
                      <a:pt x="55321" y="71552"/>
                    </a:lnTo>
                    <a:lnTo>
                      <a:pt x="55321" y="71552"/>
                    </a:lnTo>
                    <a:cubicBezTo>
                      <a:pt x="56053" y="70226"/>
                      <a:pt x="55916" y="68626"/>
                      <a:pt x="55047" y="67437"/>
                    </a:cubicBez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39" name="Freeform 76">
                <a:extLst>
                  <a:ext uri="{FF2B5EF4-FFF2-40B4-BE49-F238E27FC236}">
                    <a16:creationId xmlns:a16="http://schemas.microsoft.com/office/drawing/2014/main" id="{1B758B4F-9D08-E434-C803-FFEF6E608225}"/>
                  </a:ext>
                </a:extLst>
              </p:cNvPr>
              <p:cNvSpPr/>
              <p:nvPr/>
            </p:nvSpPr>
            <p:spPr>
              <a:xfrm>
                <a:off x="2740615" y="2702497"/>
                <a:ext cx="10332" cy="41330"/>
              </a:xfrm>
              <a:custGeom>
                <a:avLst/>
                <a:gdLst>
                  <a:gd name="connsiteX0" fmla="*/ 0 w 10332"/>
                  <a:gd name="connsiteY0" fmla="*/ 0 h 41330"/>
                  <a:gd name="connsiteX1" fmla="*/ 0 w 10332"/>
                  <a:gd name="connsiteY1" fmla="*/ 41331 h 41330"/>
                  <a:gd name="connsiteX2" fmla="*/ 10333 w 10332"/>
                  <a:gd name="connsiteY2" fmla="*/ 24323 h 41330"/>
                  <a:gd name="connsiteX3" fmla="*/ 10196 w 10332"/>
                  <a:gd name="connsiteY3" fmla="*/ 16962 h 41330"/>
                  <a:gd name="connsiteX4" fmla="*/ 0 w 10332"/>
                  <a:gd name="connsiteY4" fmla="*/ 0 h 41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 h="41330">
                    <a:moveTo>
                      <a:pt x="0" y="0"/>
                    </a:moveTo>
                    <a:lnTo>
                      <a:pt x="0" y="41331"/>
                    </a:lnTo>
                    <a:cubicBezTo>
                      <a:pt x="6355" y="38039"/>
                      <a:pt x="10333" y="31455"/>
                      <a:pt x="10333" y="24323"/>
                    </a:cubicBezTo>
                    <a:lnTo>
                      <a:pt x="10196" y="16962"/>
                    </a:lnTo>
                    <a:cubicBezTo>
                      <a:pt x="10196" y="9876"/>
                      <a:pt x="6264" y="3338"/>
                      <a:pt x="0" y="0"/>
                    </a:cubicBez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40" name="Freeform 77">
                <a:extLst>
                  <a:ext uri="{FF2B5EF4-FFF2-40B4-BE49-F238E27FC236}">
                    <a16:creationId xmlns:a16="http://schemas.microsoft.com/office/drawing/2014/main" id="{62D3A6DA-79C8-C809-45A3-ACAF666BFC02}"/>
                  </a:ext>
                </a:extLst>
              </p:cNvPr>
              <p:cNvSpPr/>
              <p:nvPr/>
            </p:nvSpPr>
            <p:spPr>
              <a:xfrm>
                <a:off x="2412849" y="2526613"/>
                <a:ext cx="457200" cy="457200"/>
              </a:xfrm>
              <a:custGeom>
                <a:avLst/>
                <a:gdLst>
                  <a:gd name="connsiteX0" fmla="*/ 228600 w 457200"/>
                  <a:gd name="connsiteY0" fmla="*/ 0 h 457200"/>
                  <a:gd name="connsiteX1" fmla="*/ 0 w 457200"/>
                  <a:gd name="connsiteY1" fmla="*/ 228600 h 457200"/>
                  <a:gd name="connsiteX2" fmla="*/ 228600 w 457200"/>
                  <a:gd name="connsiteY2" fmla="*/ 457200 h 457200"/>
                  <a:gd name="connsiteX3" fmla="*/ 457200 w 457200"/>
                  <a:gd name="connsiteY3" fmla="*/ 228600 h 457200"/>
                  <a:gd name="connsiteX4" fmla="*/ 228600 w 457200"/>
                  <a:gd name="connsiteY4" fmla="*/ 0 h 457200"/>
                  <a:gd name="connsiteX5" fmla="*/ 355656 w 457200"/>
                  <a:gd name="connsiteY5" fmla="*/ 200208 h 457200"/>
                  <a:gd name="connsiteX6" fmla="*/ 327675 w 457200"/>
                  <a:gd name="connsiteY6" fmla="*/ 236007 h 457200"/>
                  <a:gd name="connsiteX7" fmla="*/ 327675 w 457200"/>
                  <a:gd name="connsiteY7" fmla="*/ 294254 h 457200"/>
                  <a:gd name="connsiteX8" fmla="*/ 323195 w 457200"/>
                  <a:gd name="connsiteY8" fmla="*/ 301935 h 457200"/>
                  <a:gd name="connsiteX9" fmla="*/ 314279 w 457200"/>
                  <a:gd name="connsiteY9" fmla="*/ 301843 h 457200"/>
                  <a:gd name="connsiteX10" fmla="*/ 211775 w 457200"/>
                  <a:gd name="connsiteY10" fmla="*/ 260375 h 457200"/>
                  <a:gd name="connsiteX11" fmla="*/ 224485 w 457200"/>
                  <a:gd name="connsiteY11" fmla="*/ 314508 h 457200"/>
                  <a:gd name="connsiteX12" fmla="*/ 224302 w 457200"/>
                  <a:gd name="connsiteY12" fmla="*/ 339654 h 457200"/>
                  <a:gd name="connsiteX13" fmla="*/ 223342 w 457200"/>
                  <a:gd name="connsiteY13" fmla="*/ 340797 h 457200"/>
                  <a:gd name="connsiteX14" fmla="*/ 217444 w 457200"/>
                  <a:gd name="connsiteY14" fmla="*/ 344866 h 457200"/>
                  <a:gd name="connsiteX15" fmla="*/ 183977 w 457200"/>
                  <a:gd name="connsiteY15" fmla="*/ 355153 h 457200"/>
                  <a:gd name="connsiteX16" fmla="*/ 181600 w 457200"/>
                  <a:gd name="connsiteY16" fmla="*/ 355336 h 457200"/>
                  <a:gd name="connsiteX17" fmla="*/ 165232 w 457200"/>
                  <a:gd name="connsiteY17" fmla="*/ 342489 h 457200"/>
                  <a:gd name="connsiteX18" fmla="*/ 134463 w 457200"/>
                  <a:gd name="connsiteY18" fmla="*/ 252649 h 457200"/>
                  <a:gd name="connsiteX19" fmla="*/ 102687 w 457200"/>
                  <a:gd name="connsiteY19" fmla="*/ 191292 h 457200"/>
                  <a:gd name="connsiteX20" fmla="*/ 156317 w 457200"/>
                  <a:gd name="connsiteY20" fmla="*/ 147721 h 457200"/>
                  <a:gd name="connsiteX21" fmla="*/ 183200 w 457200"/>
                  <a:gd name="connsiteY21" fmla="*/ 147721 h 457200"/>
                  <a:gd name="connsiteX22" fmla="*/ 314462 w 457200"/>
                  <a:gd name="connsiteY22" fmla="*/ 103007 h 457200"/>
                  <a:gd name="connsiteX23" fmla="*/ 323286 w 457200"/>
                  <a:gd name="connsiteY23" fmla="*/ 103007 h 457200"/>
                  <a:gd name="connsiteX24" fmla="*/ 327721 w 457200"/>
                  <a:gd name="connsiteY24" fmla="*/ 110642 h 457200"/>
                  <a:gd name="connsiteX25" fmla="*/ 327721 w 457200"/>
                  <a:gd name="connsiteY25" fmla="*/ 156957 h 457200"/>
                  <a:gd name="connsiteX26" fmla="*/ 327721 w 457200"/>
                  <a:gd name="connsiteY26" fmla="*/ 156957 h 457200"/>
                  <a:gd name="connsiteX27" fmla="*/ 355610 w 457200"/>
                  <a:gd name="connsiteY27" fmla="*/ 192756 h 457200"/>
                  <a:gd name="connsiteX28" fmla="*/ 355610 w 457200"/>
                  <a:gd name="connsiteY28" fmla="*/ 200116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00" h="457200">
                    <a:moveTo>
                      <a:pt x="228600" y="0"/>
                    </a:moveTo>
                    <a:cubicBezTo>
                      <a:pt x="102367" y="0"/>
                      <a:pt x="0" y="102367"/>
                      <a:pt x="0" y="228600"/>
                    </a:cubicBezTo>
                    <a:cubicBezTo>
                      <a:pt x="0" y="354833"/>
                      <a:pt x="102367" y="457200"/>
                      <a:pt x="228600" y="457200"/>
                    </a:cubicBezTo>
                    <a:cubicBezTo>
                      <a:pt x="354833" y="457200"/>
                      <a:pt x="457200" y="354833"/>
                      <a:pt x="457200" y="228600"/>
                    </a:cubicBezTo>
                    <a:cubicBezTo>
                      <a:pt x="457200" y="102367"/>
                      <a:pt x="354833" y="0"/>
                      <a:pt x="228600" y="0"/>
                    </a:cubicBezTo>
                    <a:close/>
                    <a:moveTo>
                      <a:pt x="355656" y="200208"/>
                    </a:moveTo>
                    <a:cubicBezTo>
                      <a:pt x="355656" y="217124"/>
                      <a:pt x="344134" y="231892"/>
                      <a:pt x="327675" y="236007"/>
                    </a:cubicBezTo>
                    <a:lnTo>
                      <a:pt x="327675" y="294254"/>
                    </a:lnTo>
                    <a:cubicBezTo>
                      <a:pt x="327675" y="297454"/>
                      <a:pt x="325984" y="300380"/>
                      <a:pt x="323195" y="301935"/>
                    </a:cubicBezTo>
                    <a:cubicBezTo>
                      <a:pt x="320451" y="303489"/>
                      <a:pt x="317022" y="303489"/>
                      <a:pt x="314279" y="301843"/>
                    </a:cubicBezTo>
                    <a:cubicBezTo>
                      <a:pt x="313731" y="301478"/>
                      <a:pt x="261153" y="270571"/>
                      <a:pt x="211775" y="260375"/>
                    </a:cubicBezTo>
                    <a:cubicBezTo>
                      <a:pt x="213238" y="289956"/>
                      <a:pt x="221331" y="309433"/>
                      <a:pt x="224485" y="314508"/>
                    </a:cubicBezTo>
                    <a:cubicBezTo>
                      <a:pt x="229834" y="322052"/>
                      <a:pt x="229743" y="332156"/>
                      <a:pt x="224302" y="339654"/>
                    </a:cubicBezTo>
                    <a:cubicBezTo>
                      <a:pt x="224028" y="340065"/>
                      <a:pt x="223708" y="340431"/>
                      <a:pt x="223342" y="340797"/>
                    </a:cubicBezTo>
                    <a:cubicBezTo>
                      <a:pt x="221605" y="342489"/>
                      <a:pt x="219639" y="343814"/>
                      <a:pt x="217444" y="344866"/>
                    </a:cubicBezTo>
                    <a:cubicBezTo>
                      <a:pt x="207203" y="350810"/>
                      <a:pt x="195773" y="354330"/>
                      <a:pt x="183977" y="355153"/>
                    </a:cubicBezTo>
                    <a:cubicBezTo>
                      <a:pt x="183200" y="355290"/>
                      <a:pt x="182423" y="355336"/>
                      <a:pt x="181600" y="355336"/>
                    </a:cubicBezTo>
                    <a:cubicBezTo>
                      <a:pt x="173873" y="355199"/>
                      <a:pt x="167198" y="349941"/>
                      <a:pt x="165232" y="342489"/>
                    </a:cubicBezTo>
                    <a:lnTo>
                      <a:pt x="134463" y="252649"/>
                    </a:lnTo>
                    <a:cubicBezTo>
                      <a:pt x="110642" y="242316"/>
                      <a:pt x="97384" y="216713"/>
                      <a:pt x="102687" y="191292"/>
                    </a:cubicBezTo>
                    <a:cubicBezTo>
                      <a:pt x="107991" y="165872"/>
                      <a:pt x="130393" y="147676"/>
                      <a:pt x="156317" y="147721"/>
                    </a:cubicBezTo>
                    <a:lnTo>
                      <a:pt x="183200" y="147721"/>
                    </a:lnTo>
                    <a:cubicBezTo>
                      <a:pt x="235915" y="147721"/>
                      <a:pt x="313731" y="103464"/>
                      <a:pt x="314462" y="103007"/>
                    </a:cubicBezTo>
                    <a:cubicBezTo>
                      <a:pt x="317205" y="101453"/>
                      <a:pt x="320589" y="101453"/>
                      <a:pt x="323286" y="103007"/>
                    </a:cubicBezTo>
                    <a:cubicBezTo>
                      <a:pt x="326029" y="104607"/>
                      <a:pt x="327721" y="107488"/>
                      <a:pt x="327721" y="110642"/>
                    </a:cubicBezTo>
                    <a:lnTo>
                      <a:pt x="327721" y="156957"/>
                    </a:lnTo>
                    <a:lnTo>
                      <a:pt x="327721" y="156957"/>
                    </a:lnTo>
                    <a:cubicBezTo>
                      <a:pt x="344134" y="161072"/>
                      <a:pt x="355610" y="175839"/>
                      <a:pt x="355610" y="192756"/>
                    </a:cubicBezTo>
                    <a:lnTo>
                      <a:pt x="355610" y="200116"/>
                    </a:ln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grpSp>
        <p:grpSp>
          <p:nvGrpSpPr>
            <p:cNvPr id="41" name="Group 40">
              <a:extLst>
                <a:ext uri="{FF2B5EF4-FFF2-40B4-BE49-F238E27FC236}">
                  <a16:creationId xmlns:a16="http://schemas.microsoft.com/office/drawing/2014/main" id="{19DF9F33-B99F-57C2-18A2-2C9F784AD4B7}"/>
                </a:ext>
              </a:extLst>
            </p:cNvPr>
            <p:cNvGrpSpPr/>
            <p:nvPr/>
          </p:nvGrpSpPr>
          <p:grpSpPr>
            <a:xfrm>
              <a:off x="1688286" y="1854519"/>
              <a:ext cx="263747" cy="260808"/>
              <a:chOff x="2468512" y="2566558"/>
              <a:chExt cx="457200" cy="457200"/>
            </a:xfrm>
            <a:solidFill>
              <a:schemeClr val="accent4"/>
            </a:solidFill>
          </p:grpSpPr>
          <p:sp>
            <p:nvSpPr>
              <p:cNvPr id="42" name="Freeform 64">
                <a:extLst>
                  <a:ext uri="{FF2B5EF4-FFF2-40B4-BE49-F238E27FC236}">
                    <a16:creationId xmlns:a16="http://schemas.microsoft.com/office/drawing/2014/main" id="{10D95CC4-DFD8-7AF3-0C8F-6F2BC0644FAE}"/>
                  </a:ext>
                </a:extLst>
              </p:cNvPr>
              <p:cNvSpPr/>
              <p:nvPr/>
            </p:nvSpPr>
            <p:spPr>
              <a:xfrm>
                <a:off x="2596207" y="2848101"/>
                <a:ext cx="201716" cy="35295"/>
              </a:xfrm>
              <a:custGeom>
                <a:avLst/>
                <a:gdLst>
                  <a:gd name="connsiteX0" fmla="*/ 8824 w 201716"/>
                  <a:gd name="connsiteY0" fmla="*/ 0 h 35295"/>
                  <a:gd name="connsiteX1" fmla="*/ 0 w 201716"/>
                  <a:gd name="connsiteY1" fmla="*/ 35296 h 35295"/>
                  <a:gd name="connsiteX2" fmla="*/ 56784 w 201716"/>
                  <a:gd name="connsiteY2" fmla="*/ 35296 h 35295"/>
                  <a:gd name="connsiteX3" fmla="*/ 60716 w 201716"/>
                  <a:gd name="connsiteY3" fmla="*/ 27386 h 35295"/>
                  <a:gd name="connsiteX4" fmla="*/ 76490 w 201716"/>
                  <a:gd name="connsiteY4" fmla="*/ 17648 h 35295"/>
                  <a:gd name="connsiteX5" fmla="*/ 125227 w 201716"/>
                  <a:gd name="connsiteY5" fmla="*/ 17648 h 35295"/>
                  <a:gd name="connsiteX6" fmla="*/ 141000 w 201716"/>
                  <a:gd name="connsiteY6" fmla="*/ 27386 h 35295"/>
                  <a:gd name="connsiteX7" fmla="*/ 144932 w 201716"/>
                  <a:gd name="connsiteY7" fmla="*/ 35296 h 35295"/>
                  <a:gd name="connsiteX8" fmla="*/ 201717 w 201716"/>
                  <a:gd name="connsiteY8" fmla="*/ 35296 h 35295"/>
                  <a:gd name="connsiteX9" fmla="*/ 192893 w 201716"/>
                  <a:gd name="connsiteY9" fmla="*/ 0 h 35295"/>
                  <a:gd name="connsiteX10" fmla="*/ 8824 w 201716"/>
                  <a:gd name="connsiteY10" fmla="*/ 0 h 35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716" h="35295">
                    <a:moveTo>
                      <a:pt x="8824" y="0"/>
                    </a:moveTo>
                    <a:lnTo>
                      <a:pt x="0" y="35296"/>
                    </a:lnTo>
                    <a:lnTo>
                      <a:pt x="56784" y="35296"/>
                    </a:lnTo>
                    <a:lnTo>
                      <a:pt x="60716" y="27386"/>
                    </a:lnTo>
                    <a:cubicBezTo>
                      <a:pt x="63688" y="21397"/>
                      <a:pt x="69814" y="17648"/>
                      <a:pt x="76490" y="17648"/>
                    </a:cubicBezTo>
                    <a:lnTo>
                      <a:pt x="125227" y="17648"/>
                    </a:lnTo>
                    <a:cubicBezTo>
                      <a:pt x="131902" y="17648"/>
                      <a:pt x="138029" y="21443"/>
                      <a:pt x="141000" y="27386"/>
                    </a:cubicBezTo>
                    <a:lnTo>
                      <a:pt x="144932" y="35296"/>
                    </a:lnTo>
                    <a:lnTo>
                      <a:pt x="201717" y="35296"/>
                    </a:lnTo>
                    <a:lnTo>
                      <a:pt x="192893" y="0"/>
                    </a:lnTo>
                    <a:lnTo>
                      <a:pt x="8824" y="0"/>
                    </a:ln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43" name="Freeform 65">
                <a:extLst>
                  <a:ext uri="{FF2B5EF4-FFF2-40B4-BE49-F238E27FC236}">
                    <a16:creationId xmlns:a16="http://schemas.microsoft.com/office/drawing/2014/main" id="{DF738BEE-E0EC-1C9C-32F7-1AF182D337E7}"/>
                  </a:ext>
                </a:extLst>
              </p:cNvPr>
              <p:cNvSpPr/>
              <p:nvPr/>
            </p:nvSpPr>
            <p:spPr>
              <a:xfrm>
                <a:off x="2608918" y="2706964"/>
                <a:ext cx="176387" cy="123489"/>
              </a:xfrm>
              <a:custGeom>
                <a:avLst/>
                <a:gdLst>
                  <a:gd name="connsiteX0" fmla="*/ 176388 w 176387"/>
                  <a:gd name="connsiteY0" fmla="*/ 0 h 123489"/>
                  <a:gd name="connsiteX1" fmla="*/ 0 w 176387"/>
                  <a:gd name="connsiteY1" fmla="*/ 0 h 123489"/>
                  <a:gd name="connsiteX2" fmla="*/ 0 w 176387"/>
                  <a:gd name="connsiteY2" fmla="*/ 123490 h 123489"/>
                  <a:gd name="connsiteX3" fmla="*/ 176388 w 176387"/>
                  <a:gd name="connsiteY3" fmla="*/ 123490 h 123489"/>
                  <a:gd name="connsiteX4" fmla="*/ 176388 w 176387"/>
                  <a:gd name="connsiteY4" fmla="*/ 0 h 123489"/>
                  <a:gd name="connsiteX5" fmla="*/ 52898 w 176387"/>
                  <a:gd name="connsiteY5" fmla="*/ 105842 h 123489"/>
                  <a:gd name="connsiteX6" fmla="*/ 17602 w 176387"/>
                  <a:gd name="connsiteY6" fmla="*/ 105842 h 123489"/>
                  <a:gd name="connsiteX7" fmla="*/ 17602 w 176387"/>
                  <a:gd name="connsiteY7" fmla="*/ 88194 h 123489"/>
                  <a:gd name="connsiteX8" fmla="*/ 52898 w 176387"/>
                  <a:gd name="connsiteY8" fmla="*/ 88194 h 123489"/>
                  <a:gd name="connsiteX9" fmla="*/ 52898 w 176387"/>
                  <a:gd name="connsiteY9" fmla="*/ 105842 h 123489"/>
                  <a:gd name="connsiteX10" fmla="*/ 88194 w 176387"/>
                  <a:gd name="connsiteY10" fmla="*/ 105842 h 123489"/>
                  <a:gd name="connsiteX11" fmla="*/ 70546 w 176387"/>
                  <a:gd name="connsiteY11" fmla="*/ 105842 h 123489"/>
                  <a:gd name="connsiteX12" fmla="*/ 70546 w 176387"/>
                  <a:gd name="connsiteY12" fmla="*/ 88194 h 123489"/>
                  <a:gd name="connsiteX13" fmla="*/ 88194 w 176387"/>
                  <a:gd name="connsiteY13" fmla="*/ 88194 h 123489"/>
                  <a:gd name="connsiteX14" fmla="*/ 88194 w 176387"/>
                  <a:gd name="connsiteY14" fmla="*/ 105842 h 123489"/>
                  <a:gd name="connsiteX15" fmla="*/ 88194 w 176387"/>
                  <a:gd name="connsiteY15" fmla="*/ 70546 h 123489"/>
                  <a:gd name="connsiteX16" fmla="*/ 17648 w 176387"/>
                  <a:gd name="connsiteY16" fmla="*/ 70546 h 123489"/>
                  <a:gd name="connsiteX17" fmla="*/ 17648 w 176387"/>
                  <a:gd name="connsiteY17" fmla="*/ 52898 h 123489"/>
                  <a:gd name="connsiteX18" fmla="*/ 88194 w 176387"/>
                  <a:gd name="connsiteY18" fmla="*/ 52898 h 123489"/>
                  <a:gd name="connsiteX19" fmla="*/ 88194 w 176387"/>
                  <a:gd name="connsiteY19" fmla="*/ 70546 h 123489"/>
                  <a:gd name="connsiteX20" fmla="*/ 88194 w 176387"/>
                  <a:gd name="connsiteY20" fmla="*/ 35250 h 123489"/>
                  <a:gd name="connsiteX21" fmla="*/ 17648 w 176387"/>
                  <a:gd name="connsiteY21" fmla="*/ 35250 h 123489"/>
                  <a:gd name="connsiteX22" fmla="*/ 17648 w 176387"/>
                  <a:gd name="connsiteY22" fmla="*/ 17602 h 123489"/>
                  <a:gd name="connsiteX23" fmla="*/ 88194 w 176387"/>
                  <a:gd name="connsiteY23" fmla="*/ 17602 h 123489"/>
                  <a:gd name="connsiteX24" fmla="*/ 88194 w 176387"/>
                  <a:gd name="connsiteY24" fmla="*/ 35250 h 123489"/>
                  <a:gd name="connsiteX25" fmla="*/ 123490 w 176387"/>
                  <a:gd name="connsiteY25" fmla="*/ 35250 h 123489"/>
                  <a:gd name="connsiteX26" fmla="*/ 105842 w 176387"/>
                  <a:gd name="connsiteY26" fmla="*/ 35250 h 123489"/>
                  <a:gd name="connsiteX27" fmla="*/ 105842 w 176387"/>
                  <a:gd name="connsiteY27" fmla="*/ 17602 h 123489"/>
                  <a:gd name="connsiteX28" fmla="*/ 123490 w 176387"/>
                  <a:gd name="connsiteY28" fmla="*/ 17602 h 123489"/>
                  <a:gd name="connsiteX29" fmla="*/ 123490 w 176387"/>
                  <a:gd name="connsiteY29" fmla="*/ 35250 h 123489"/>
                  <a:gd name="connsiteX30" fmla="*/ 158740 w 176387"/>
                  <a:gd name="connsiteY30" fmla="*/ 35250 h 123489"/>
                  <a:gd name="connsiteX31" fmla="*/ 141092 w 176387"/>
                  <a:gd name="connsiteY31" fmla="*/ 35250 h 123489"/>
                  <a:gd name="connsiteX32" fmla="*/ 141092 w 176387"/>
                  <a:gd name="connsiteY32" fmla="*/ 17602 h 123489"/>
                  <a:gd name="connsiteX33" fmla="*/ 158740 w 176387"/>
                  <a:gd name="connsiteY33" fmla="*/ 17602 h 123489"/>
                  <a:gd name="connsiteX34" fmla="*/ 158740 w 176387"/>
                  <a:gd name="connsiteY34" fmla="*/ 35250 h 12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6387" h="123489">
                    <a:moveTo>
                      <a:pt x="176388" y="0"/>
                    </a:moveTo>
                    <a:lnTo>
                      <a:pt x="0" y="0"/>
                    </a:lnTo>
                    <a:lnTo>
                      <a:pt x="0" y="123490"/>
                    </a:lnTo>
                    <a:lnTo>
                      <a:pt x="176388" y="123490"/>
                    </a:lnTo>
                    <a:lnTo>
                      <a:pt x="176388" y="0"/>
                    </a:lnTo>
                    <a:close/>
                    <a:moveTo>
                      <a:pt x="52898" y="105842"/>
                    </a:moveTo>
                    <a:lnTo>
                      <a:pt x="17602" y="105842"/>
                    </a:lnTo>
                    <a:lnTo>
                      <a:pt x="17602" y="88194"/>
                    </a:lnTo>
                    <a:lnTo>
                      <a:pt x="52898" y="88194"/>
                    </a:lnTo>
                    <a:lnTo>
                      <a:pt x="52898" y="105842"/>
                    </a:lnTo>
                    <a:close/>
                    <a:moveTo>
                      <a:pt x="88194" y="105842"/>
                    </a:moveTo>
                    <a:lnTo>
                      <a:pt x="70546" y="105842"/>
                    </a:lnTo>
                    <a:lnTo>
                      <a:pt x="70546" y="88194"/>
                    </a:lnTo>
                    <a:lnTo>
                      <a:pt x="88194" y="88194"/>
                    </a:lnTo>
                    <a:lnTo>
                      <a:pt x="88194" y="105842"/>
                    </a:lnTo>
                    <a:close/>
                    <a:moveTo>
                      <a:pt x="88194" y="70546"/>
                    </a:moveTo>
                    <a:lnTo>
                      <a:pt x="17648" y="70546"/>
                    </a:lnTo>
                    <a:lnTo>
                      <a:pt x="17648" y="52898"/>
                    </a:lnTo>
                    <a:lnTo>
                      <a:pt x="88194" y="52898"/>
                    </a:lnTo>
                    <a:lnTo>
                      <a:pt x="88194" y="70546"/>
                    </a:lnTo>
                    <a:close/>
                    <a:moveTo>
                      <a:pt x="88194" y="35250"/>
                    </a:moveTo>
                    <a:lnTo>
                      <a:pt x="17648" y="35250"/>
                    </a:lnTo>
                    <a:lnTo>
                      <a:pt x="17648" y="17602"/>
                    </a:lnTo>
                    <a:lnTo>
                      <a:pt x="88194" y="17602"/>
                    </a:lnTo>
                    <a:lnTo>
                      <a:pt x="88194" y="35250"/>
                    </a:lnTo>
                    <a:close/>
                    <a:moveTo>
                      <a:pt x="123490" y="35250"/>
                    </a:moveTo>
                    <a:lnTo>
                      <a:pt x="105842" y="35250"/>
                    </a:lnTo>
                    <a:lnTo>
                      <a:pt x="105842" y="17602"/>
                    </a:lnTo>
                    <a:lnTo>
                      <a:pt x="123490" y="17602"/>
                    </a:lnTo>
                    <a:lnTo>
                      <a:pt x="123490" y="35250"/>
                    </a:lnTo>
                    <a:close/>
                    <a:moveTo>
                      <a:pt x="158740" y="35250"/>
                    </a:moveTo>
                    <a:lnTo>
                      <a:pt x="141092" y="35250"/>
                    </a:lnTo>
                    <a:lnTo>
                      <a:pt x="141092" y="17602"/>
                    </a:lnTo>
                    <a:lnTo>
                      <a:pt x="158740" y="17602"/>
                    </a:lnTo>
                    <a:lnTo>
                      <a:pt x="158740" y="35250"/>
                    </a:ln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sp>
            <p:nvSpPr>
              <p:cNvPr id="44" name="Freeform 66">
                <a:extLst>
                  <a:ext uri="{FF2B5EF4-FFF2-40B4-BE49-F238E27FC236}">
                    <a16:creationId xmlns:a16="http://schemas.microsoft.com/office/drawing/2014/main" id="{14EDE2E3-341F-77DE-5033-12DBC4034812}"/>
                  </a:ext>
                </a:extLst>
              </p:cNvPr>
              <p:cNvSpPr/>
              <p:nvPr/>
            </p:nvSpPr>
            <p:spPr>
              <a:xfrm>
                <a:off x="2468512" y="2566558"/>
                <a:ext cx="457200" cy="457200"/>
              </a:xfrm>
              <a:custGeom>
                <a:avLst/>
                <a:gdLst>
                  <a:gd name="connsiteX0" fmla="*/ 228600 w 457200"/>
                  <a:gd name="connsiteY0" fmla="*/ 0 h 457200"/>
                  <a:gd name="connsiteX1" fmla="*/ 0 w 457200"/>
                  <a:gd name="connsiteY1" fmla="*/ 228600 h 457200"/>
                  <a:gd name="connsiteX2" fmla="*/ 228600 w 457200"/>
                  <a:gd name="connsiteY2" fmla="*/ 457200 h 457200"/>
                  <a:gd name="connsiteX3" fmla="*/ 457200 w 457200"/>
                  <a:gd name="connsiteY3" fmla="*/ 228600 h 457200"/>
                  <a:gd name="connsiteX4" fmla="*/ 228600 w 457200"/>
                  <a:gd name="connsiteY4" fmla="*/ 0 h 457200"/>
                  <a:gd name="connsiteX5" fmla="*/ 329504 w 457200"/>
                  <a:gd name="connsiteY5" fmla="*/ 334442 h 457200"/>
                  <a:gd name="connsiteX6" fmla="*/ 127696 w 457200"/>
                  <a:gd name="connsiteY6" fmla="*/ 334442 h 457200"/>
                  <a:gd name="connsiteX7" fmla="*/ 110597 w 457200"/>
                  <a:gd name="connsiteY7" fmla="*/ 312542 h 457200"/>
                  <a:gd name="connsiteX8" fmla="*/ 122758 w 457200"/>
                  <a:gd name="connsiteY8" fmla="*/ 263896 h 457200"/>
                  <a:gd name="connsiteX9" fmla="*/ 122758 w 457200"/>
                  <a:gd name="connsiteY9" fmla="*/ 140406 h 457200"/>
                  <a:gd name="connsiteX10" fmla="*/ 140406 w 457200"/>
                  <a:gd name="connsiteY10" fmla="*/ 122758 h 457200"/>
                  <a:gd name="connsiteX11" fmla="*/ 316794 w 457200"/>
                  <a:gd name="connsiteY11" fmla="*/ 122758 h 457200"/>
                  <a:gd name="connsiteX12" fmla="*/ 334442 w 457200"/>
                  <a:gd name="connsiteY12" fmla="*/ 140406 h 457200"/>
                  <a:gd name="connsiteX13" fmla="*/ 334442 w 457200"/>
                  <a:gd name="connsiteY13" fmla="*/ 263896 h 457200"/>
                  <a:gd name="connsiteX14" fmla="*/ 346603 w 457200"/>
                  <a:gd name="connsiteY14" fmla="*/ 312542 h 457200"/>
                  <a:gd name="connsiteX15" fmla="*/ 329504 w 457200"/>
                  <a:gd name="connsiteY15" fmla="*/ 33444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7200" h="457200">
                    <a:moveTo>
                      <a:pt x="228600" y="0"/>
                    </a:moveTo>
                    <a:cubicBezTo>
                      <a:pt x="102367" y="0"/>
                      <a:pt x="0" y="102367"/>
                      <a:pt x="0" y="228600"/>
                    </a:cubicBezTo>
                    <a:cubicBezTo>
                      <a:pt x="0" y="354833"/>
                      <a:pt x="102367" y="457200"/>
                      <a:pt x="228600" y="457200"/>
                    </a:cubicBezTo>
                    <a:cubicBezTo>
                      <a:pt x="354833" y="457200"/>
                      <a:pt x="457200" y="354833"/>
                      <a:pt x="457200" y="228600"/>
                    </a:cubicBezTo>
                    <a:cubicBezTo>
                      <a:pt x="457200" y="102367"/>
                      <a:pt x="354833" y="0"/>
                      <a:pt x="228600" y="0"/>
                    </a:cubicBezTo>
                    <a:close/>
                    <a:moveTo>
                      <a:pt x="329504" y="334442"/>
                    </a:moveTo>
                    <a:lnTo>
                      <a:pt x="127696" y="334442"/>
                    </a:lnTo>
                    <a:cubicBezTo>
                      <a:pt x="116220" y="334442"/>
                      <a:pt x="107808" y="323652"/>
                      <a:pt x="110597" y="312542"/>
                    </a:cubicBezTo>
                    <a:lnTo>
                      <a:pt x="122758" y="263896"/>
                    </a:lnTo>
                    <a:lnTo>
                      <a:pt x="122758" y="140406"/>
                    </a:lnTo>
                    <a:cubicBezTo>
                      <a:pt x="122758" y="130668"/>
                      <a:pt x="130668" y="122758"/>
                      <a:pt x="140406" y="122758"/>
                    </a:cubicBezTo>
                    <a:lnTo>
                      <a:pt x="316794" y="122758"/>
                    </a:lnTo>
                    <a:cubicBezTo>
                      <a:pt x="326532" y="122758"/>
                      <a:pt x="334442" y="130668"/>
                      <a:pt x="334442" y="140406"/>
                    </a:cubicBezTo>
                    <a:lnTo>
                      <a:pt x="334442" y="263896"/>
                    </a:lnTo>
                    <a:lnTo>
                      <a:pt x="346603" y="312542"/>
                    </a:lnTo>
                    <a:cubicBezTo>
                      <a:pt x="349392" y="323652"/>
                      <a:pt x="340980" y="334442"/>
                      <a:pt x="329504" y="334442"/>
                    </a:cubicBezTo>
                    <a:close/>
                  </a:path>
                </a:pathLst>
              </a:custGeom>
              <a:grpFill/>
              <a:ln w="4572"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endParaRPr>
              </a:p>
            </p:txBody>
          </p:sp>
        </p:grpSp>
        <p:sp>
          <p:nvSpPr>
            <p:cNvPr id="45" name="TextBox 44">
              <a:extLst>
                <a:ext uri="{FF2B5EF4-FFF2-40B4-BE49-F238E27FC236}">
                  <a16:creationId xmlns:a16="http://schemas.microsoft.com/office/drawing/2014/main" id="{D0C21F28-AE89-50DE-094A-39A3094BFD98}"/>
                </a:ext>
              </a:extLst>
            </p:cNvPr>
            <p:cNvSpPr txBox="1"/>
            <p:nvPr/>
          </p:nvSpPr>
          <p:spPr>
            <a:xfrm>
              <a:off x="1973431" y="2367296"/>
              <a:ext cx="439119" cy="221676"/>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798799">
                      <a:lumMod val="60000"/>
                      <a:lumOff val="40000"/>
                    </a:srgbClr>
                  </a:solidFill>
                  <a:effectLst/>
                  <a:uLnTx/>
                  <a:uFillTx/>
                  <a:latin typeface="Arial" panose="020B0604020202020204" pitchFamily="34" charset="0"/>
                  <a:ea typeface="Roboto Light" panose="02000000000000000000" pitchFamily="2" charset="0"/>
                  <a:cs typeface="Arial" panose="020B0604020202020204" pitchFamily="34" charset="0"/>
                </a:rPr>
                <a:t>voice</a:t>
              </a:r>
            </a:p>
          </p:txBody>
        </p:sp>
        <p:sp>
          <p:nvSpPr>
            <p:cNvPr id="46" name="TextBox 45">
              <a:extLst>
                <a:ext uri="{FF2B5EF4-FFF2-40B4-BE49-F238E27FC236}">
                  <a16:creationId xmlns:a16="http://schemas.microsoft.com/office/drawing/2014/main" id="{4DD5CBC8-8C43-A876-F3D3-E06681ECBF19}"/>
                </a:ext>
              </a:extLst>
            </p:cNvPr>
            <p:cNvSpPr txBox="1"/>
            <p:nvPr/>
          </p:nvSpPr>
          <p:spPr>
            <a:xfrm>
              <a:off x="1931799" y="1897258"/>
              <a:ext cx="604606" cy="221676"/>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798799">
                      <a:lumMod val="60000"/>
                      <a:lumOff val="40000"/>
                    </a:srgbClr>
                  </a:solidFill>
                  <a:effectLst/>
                  <a:uLnTx/>
                  <a:uFillTx/>
                  <a:latin typeface="Arial" panose="020B0604020202020204" pitchFamily="34" charset="0"/>
                  <a:ea typeface="Roboto Light" panose="02000000000000000000" pitchFamily="2" charset="0"/>
                  <a:cs typeface="Arial" panose="020B0604020202020204" pitchFamily="34" charset="0"/>
                </a:rPr>
                <a:t>keyboard</a:t>
              </a:r>
            </a:p>
          </p:txBody>
        </p:sp>
        <p:sp>
          <p:nvSpPr>
            <p:cNvPr id="47" name="Flowchart: Magnetic Disk 44">
              <a:extLst>
                <a:ext uri="{FF2B5EF4-FFF2-40B4-BE49-F238E27FC236}">
                  <a16:creationId xmlns:a16="http://schemas.microsoft.com/office/drawing/2014/main" id="{52D3D813-6C0E-C90B-72D1-7F3C6A007287}"/>
                </a:ext>
              </a:extLst>
            </p:cNvPr>
            <p:cNvSpPr/>
            <p:nvPr/>
          </p:nvSpPr>
          <p:spPr>
            <a:xfrm>
              <a:off x="5509476" y="2957941"/>
              <a:ext cx="1051226" cy="1183082"/>
            </a:xfrm>
            <a:prstGeom prst="flowChartMagneticDisk">
              <a:avLst/>
            </a:prstGeom>
            <a:solidFill>
              <a:srgbClr val="1071AE"/>
            </a:solidFill>
            <a:ln>
              <a:solidFill>
                <a:schemeClr val="accent6"/>
              </a:solidFill>
            </a:ln>
          </p:spPr>
          <p:style>
            <a:lnRef idx="2">
              <a:schemeClr val="accent3"/>
            </a:lnRef>
            <a:fillRef idx="1">
              <a:schemeClr val="lt1"/>
            </a:fillRef>
            <a:effectRef idx="0">
              <a:schemeClr val="accent3"/>
            </a:effectRef>
            <a:fontRef idx="minor">
              <a:schemeClr val="dk1"/>
            </a:fontRef>
          </p:style>
          <p:txBody>
            <a:bodyPr lIns="45720" rIns="4572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Roboto Light" panose="02000000000000000000" pitchFamily="2" charset="0"/>
                  <a:cs typeface="Arial" panose="020B0604020202020204" pitchFamily="34" charset="0"/>
                </a:rPr>
                <a:t>ERP Data</a:t>
              </a:r>
            </a:p>
          </p:txBody>
        </p:sp>
        <p:sp>
          <p:nvSpPr>
            <p:cNvPr id="48" name="Rounded Rectangle 47">
              <a:extLst>
                <a:ext uri="{FF2B5EF4-FFF2-40B4-BE49-F238E27FC236}">
                  <a16:creationId xmlns:a16="http://schemas.microsoft.com/office/drawing/2014/main" id="{E0E64CDB-6DEE-91BC-6FE5-EE26E18F4218}"/>
                </a:ext>
              </a:extLst>
            </p:cNvPr>
            <p:cNvSpPr/>
            <p:nvPr/>
          </p:nvSpPr>
          <p:spPr>
            <a:xfrm>
              <a:off x="2926598" y="1785682"/>
              <a:ext cx="3671945" cy="828852"/>
            </a:xfrm>
            <a:prstGeom prst="roundRect">
              <a:avLst/>
            </a:prstGeom>
            <a:solidFill>
              <a:srgbClr val="1071AE"/>
            </a:solidFill>
            <a:ln w="6350">
              <a:solidFill>
                <a:srgbClr val="1DA6E6"/>
              </a:solidFill>
            </a:ln>
          </p:spPr>
          <p:style>
            <a:lnRef idx="2">
              <a:schemeClr val="accent3"/>
            </a:lnRef>
            <a:fillRef idx="1">
              <a:schemeClr val="lt1"/>
            </a:fillRef>
            <a:effectRef idx="0">
              <a:schemeClr val="accent3"/>
            </a:effectRef>
            <a:fontRef idx="minor">
              <a:schemeClr val="dk1"/>
            </a:fontRef>
          </p:style>
          <p:txBody>
            <a:bodyPr lIns="45720" rIns="4572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Roboto Light" panose="02000000000000000000" pitchFamily="2" charset="0"/>
                  <a:cs typeface="Arial" panose="020B0604020202020204" pitchFamily="34" charset="0"/>
                </a:rPr>
                <a:t>ERP Business Logic</a:t>
              </a:r>
            </a:p>
          </p:txBody>
        </p:sp>
        <p:sp>
          <p:nvSpPr>
            <p:cNvPr id="49" name="Rectangle: Rounded Corners 46">
              <a:extLst>
                <a:ext uri="{FF2B5EF4-FFF2-40B4-BE49-F238E27FC236}">
                  <a16:creationId xmlns:a16="http://schemas.microsoft.com/office/drawing/2014/main" id="{7D7610BC-94FE-0FA3-6DFF-C886FC32EF80}"/>
                </a:ext>
              </a:extLst>
            </p:cNvPr>
            <p:cNvSpPr/>
            <p:nvPr/>
          </p:nvSpPr>
          <p:spPr>
            <a:xfrm>
              <a:off x="7574969" y="2035083"/>
              <a:ext cx="522035" cy="329564"/>
            </a:xfrm>
            <a:prstGeom prst="roundRect">
              <a:avLst/>
            </a:prstGeom>
            <a:solidFill>
              <a:schemeClr val="accent2"/>
            </a:solidFill>
            <a:ln>
              <a:solidFill>
                <a:schemeClr val="accent2">
                  <a:lumMod val="60000"/>
                  <a:lumOff val="40000"/>
                </a:schemeClr>
              </a:solidFill>
            </a:ln>
          </p:spPr>
          <p:style>
            <a:lnRef idx="2">
              <a:schemeClr val="accent1"/>
            </a:lnRef>
            <a:fillRef idx="1">
              <a:schemeClr val="lt1"/>
            </a:fillRef>
            <a:effectRef idx="0">
              <a:schemeClr val="accent1"/>
            </a:effectRef>
            <a:fontRef idx="minor">
              <a:schemeClr val="dk1"/>
            </a:fontRef>
          </p:style>
          <p:txBody>
            <a:bodyPr lIns="45720" rIns="4572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C1B3B"/>
                  </a:solidFill>
                  <a:effectLst/>
                  <a:uLnTx/>
                  <a:uFillTx/>
                  <a:latin typeface="Arial" panose="020B0604020202020204" pitchFamily="34" charset="0"/>
                  <a:ea typeface="Roboto Light" panose="02000000000000000000" pitchFamily="2" charset="0"/>
                  <a:cs typeface="Arial" panose="020B0604020202020204" pitchFamily="34" charset="0"/>
                </a:rPr>
                <a:t>Output</a:t>
              </a:r>
            </a:p>
          </p:txBody>
        </p:sp>
        <p:cxnSp>
          <p:nvCxnSpPr>
            <p:cNvPr id="50" name="Straight Arrow Connector 49">
              <a:extLst>
                <a:ext uri="{FF2B5EF4-FFF2-40B4-BE49-F238E27FC236}">
                  <a16:creationId xmlns:a16="http://schemas.microsoft.com/office/drawing/2014/main" id="{34475E3B-467E-3262-2D51-82B37C84F95E}"/>
                </a:ext>
              </a:extLst>
            </p:cNvPr>
            <p:cNvCxnSpPr>
              <a:cxnSpLocks/>
              <a:stCxn id="48" idx="3"/>
              <a:endCxn id="49" idx="1"/>
            </p:cNvCxnSpPr>
            <p:nvPr/>
          </p:nvCxnSpPr>
          <p:spPr>
            <a:xfrm flipV="1">
              <a:off x="6598543" y="2199865"/>
              <a:ext cx="976426" cy="24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81A9804-3738-4D9A-FCA8-F72E23C4FB2A}"/>
                </a:ext>
              </a:extLst>
            </p:cNvPr>
            <p:cNvCxnSpPr>
              <a:cxnSpLocks/>
              <a:endCxn id="47" idx="1"/>
            </p:cNvCxnSpPr>
            <p:nvPr/>
          </p:nvCxnSpPr>
          <p:spPr>
            <a:xfrm>
              <a:off x="6035089" y="2625942"/>
              <a:ext cx="0" cy="331999"/>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25D3354-F5E0-E20F-7B96-C9FE2BEE5462}"/>
                </a:ext>
              </a:extLst>
            </p:cNvPr>
            <p:cNvCxnSpPr>
              <a:cxnSpLocks/>
              <a:endCxn id="11" idx="0"/>
            </p:cNvCxnSpPr>
            <p:nvPr/>
          </p:nvCxnSpPr>
          <p:spPr>
            <a:xfrm>
              <a:off x="3560700" y="2598854"/>
              <a:ext cx="10221" cy="72513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18CA1F16-FCAF-5CB4-C6D0-BB364C254B69}"/>
                </a:ext>
              </a:extLst>
            </p:cNvPr>
            <p:cNvSpPr txBox="1"/>
            <p:nvPr/>
          </p:nvSpPr>
          <p:spPr>
            <a:xfrm>
              <a:off x="1716092" y="3565345"/>
              <a:ext cx="456829" cy="314040"/>
            </a:xfrm>
            <a:prstGeom prst="rect">
              <a:avLst/>
            </a:prstGeom>
            <a:noFill/>
          </p:spPr>
          <p:txBody>
            <a:bodyPr wrap="square" lIns="0" tIns="0" rIns="0" bIns="45720" rtlCol="0" anchor="t">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33"/>
                  </a:solidFill>
                  <a:effectLst/>
                  <a:uLnTx/>
                  <a:uFillTx/>
                  <a:latin typeface="Arial" panose="020B0604020202020204" pitchFamily="34" charset="0"/>
                  <a:ea typeface="Roboto Light" panose="02000000000000000000" pitchFamily="2" charset="0"/>
                  <a:cs typeface="Arial" panose="020B0604020202020204" pitchFamily="34" charset="0"/>
                </a:rPr>
                <a:t>LLM</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33"/>
                  </a:solidFill>
                  <a:effectLst/>
                  <a:uLnTx/>
                  <a:uFillTx/>
                  <a:latin typeface="Arial" panose="020B0604020202020204" pitchFamily="34" charset="0"/>
                  <a:ea typeface="Roboto Light" panose="02000000000000000000" pitchFamily="2" charset="0"/>
                  <a:cs typeface="Arial" panose="020B0604020202020204" pitchFamily="34" charset="0"/>
                </a:rPr>
                <a:t>(BYO)</a:t>
              </a:r>
            </a:p>
          </p:txBody>
        </p:sp>
        <p:sp>
          <p:nvSpPr>
            <p:cNvPr id="54" name="TextBox 53">
              <a:extLst>
                <a:ext uri="{FF2B5EF4-FFF2-40B4-BE49-F238E27FC236}">
                  <a16:creationId xmlns:a16="http://schemas.microsoft.com/office/drawing/2014/main" id="{DB8FF7AE-FB73-F818-F995-BB61DF13B917}"/>
                </a:ext>
              </a:extLst>
            </p:cNvPr>
            <p:cNvSpPr txBox="1"/>
            <p:nvPr/>
          </p:nvSpPr>
          <p:spPr>
            <a:xfrm>
              <a:off x="4488695" y="3549482"/>
              <a:ext cx="548513" cy="314040"/>
            </a:xfrm>
            <a:prstGeom prst="rect">
              <a:avLst/>
            </a:prstGeom>
            <a:noFill/>
          </p:spPr>
          <p:txBody>
            <a:bodyPr wrap="square" lIns="0" tIns="0" rIns="0" bIns="45720" rtlCol="0" anchor="t">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33"/>
                  </a:solidFill>
                  <a:effectLst/>
                  <a:uLnTx/>
                  <a:uFillTx/>
                  <a:latin typeface="Arial" panose="020B0604020202020204" pitchFamily="34" charset="0"/>
                  <a:ea typeface="Roboto Light" panose="02000000000000000000" pitchFamily="2" charset="0"/>
                  <a:cs typeface="Arial" panose="020B0604020202020204" pitchFamily="34" charset="0"/>
                </a:rPr>
                <a:t>AI/ML</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33"/>
                  </a:solidFill>
                  <a:effectLst/>
                  <a:uLnTx/>
                  <a:uFillTx/>
                  <a:latin typeface="Arial" panose="020B0604020202020204" pitchFamily="34" charset="0"/>
                  <a:ea typeface="Roboto Light" panose="02000000000000000000" pitchFamily="2" charset="0"/>
                  <a:cs typeface="Arial" panose="020B0604020202020204" pitchFamily="34" charset="0"/>
                </a:rPr>
                <a:t>(internal)</a:t>
              </a:r>
            </a:p>
          </p:txBody>
        </p:sp>
        <p:sp>
          <p:nvSpPr>
            <p:cNvPr id="4" name="TextBox 3">
              <a:extLst>
                <a:ext uri="{FF2B5EF4-FFF2-40B4-BE49-F238E27FC236}">
                  <a16:creationId xmlns:a16="http://schemas.microsoft.com/office/drawing/2014/main" id="{8FD6BDD9-2CD4-2AD1-2A79-E15F48D198C6}"/>
                </a:ext>
              </a:extLst>
            </p:cNvPr>
            <p:cNvSpPr txBox="1"/>
            <p:nvPr/>
          </p:nvSpPr>
          <p:spPr>
            <a:xfrm>
              <a:off x="2471665" y="1323493"/>
              <a:ext cx="4572000" cy="369460"/>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4980">
                      <a:lumMod val="20000"/>
                      <a:lumOff val="80000"/>
                    </a:srgbClr>
                  </a:solidFill>
                  <a:effectLst/>
                  <a:uLnTx/>
                  <a:uFillTx/>
                  <a:latin typeface="Arial" panose="020B0604020202020204" pitchFamily="34" charset="0"/>
                  <a:ea typeface="Roboto Light" panose="02000000000000000000" pitchFamily="2" charset="0"/>
                  <a:cs typeface="Arial" panose="020B0604020202020204" pitchFamily="34" charset="0"/>
                </a:rPr>
                <a:t>Acumatica Cloud ERP</a:t>
              </a:r>
            </a:p>
          </p:txBody>
        </p:sp>
      </p:grpSp>
      <p:pic>
        <p:nvPicPr>
          <p:cNvPr id="73" name="CONTAX Log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942895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725B9-ABBF-56B9-31F3-D1EFBE354C8C}"/>
              </a:ext>
            </a:extLst>
          </p:cNvPr>
          <p:cNvSpPr>
            <a:spLocks noGrp="1"/>
          </p:cNvSpPr>
          <p:nvPr>
            <p:ph type="title"/>
          </p:nvPr>
        </p:nvSpPr>
        <p:spPr/>
        <p:txBody>
          <a:bodyPr/>
          <a:lstStyle/>
          <a:p>
            <a:r>
              <a:rPr lang="en-US" dirty="0"/>
              <a:t>AI Cloud Services Architecture</a:t>
            </a:r>
            <a:endParaRPr lang="en-CA" dirty="0"/>
          </a:p>
        </p:txBody>
      </p:sp>
      <p:sp>
        <p:nvSpPr>
          <p:cNvPr id="56" name="Rectangle: Rounded Corners 28">
            <a:extLst>
              <a:ext uri="{FF2B5EF4-FFF2-40B4-BE49-F238E27FC236}">
                <a16:creationId xmlns:a16="http://schemas.microsoft.com/office/drawing/2014/main" id="{BC922C42-8295-2B8D-BC52-71924052589A}"/>
              </a:ext>
            </a:extLst>
          </p:cNvPr>
          <p:cNvSpPr/>
          <p:nvPr/>
        </p:nvSpPr>
        <p:spPr>
          <a:xfrm>
            <a:off x="1506626" y="989929"/>
            <a:ext cx="2908382" cy="3163642"/>
          </a:xfrm>
          <a:prstGeom prst="roundRect">
            <a:avLst>
              <a:gd name="adj" fmla="val 5992"/>
            </a:avLst>
          </a:prstGeom>
          <a:solidFill>
            <a:srgbClr val="003C6B"/>
          </a:solidFill>
          <a:ln w="12700" cap="flat" cmpd="sng" algn="ctr">
            <a:solidFill>
              <a:srgbClr val="004980"/>
            </a:solidFill>
            <a:prstDash val="solid"/>
            <a:miter lim="800000"/>
          </a:ln>
          <a:effectLst/>
        </p:spPr>
        <p:txBody>
          <a:bodyPr lIns="45720" tIns="0" r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3CCFF">
                    <a:lumMod val="40000"/>
                    <a:lumOff val="60000"/>
                  </a:srgbClr>
                </a:solidFill>
                <a:effectLst/>
                <a:uLnTx/>
                <a:uFillTx/>
                <a:latin typeface="Arial" panose="020B0604020202020204"/>
                <a:ea typeface="Roboto Light" panose="02000000000000000000" pitchFamily="2" charset="0"/>
                <a:cs typeface="Arial" panose="020B0604020202020204" pitchFamily="34" charset="0"/>
              </a:rPr>
              <a:t>Acumatica Cloud ERP</a:t>
            </a:r>
          </a:p>
        </p:txBody>
      </p:sp>
      <p:sp>
        <p:nvSpPr>
          <p:cNvPr id="57" name="Rectangle: Rounded Corners 28">
            <a:extLst>
              <a:ext uri="{FF2B5EF4-FFF2-40B4-BE49-F238E27FC236}">
                <a16:creationId xmlns:a16="http://schemas.microsoft.com/office/drawing/2014/main" id="{EF1D1E82-0FE1-FDA9-D682-1D82E82CFFE6}"/>
              </a:ext>
            </a:extLst>
          </p:cNvPr>
          <p:cNvSpPr/>
          <p:nvPr/>
        </p:nvSpPr>
        <p:spPr>
          <a:xfrm>
            <a:off x="4788690" y="989930"/>
            <a:ext cx="1878149" cy="3163641"/>
          </a:xfrm>
          <a:prstGeom prst="roundRect">
            <a:avLst>
              <a:gd name="adj" fmla="val 5992"/>
            </a:avLst>
          </a:prstGeom>
          <a:solidFill>
            <a:srgbClr val="003C6B"/>
          </a:solidFill>
          <a:ln w="12700" cap="flat" cmpd="sng" algn="ctr">
            <a:solidFill>
              <a:srgbClr val="004980"/>
            </a:solidFill>
            <a:prstDash val="solid"/>
            <a:miter lim="800000"/>
          </a:ln>
          <a:effectLst/>
        </p:spPr>
        <p:txBody>
          <a:bodyPr lIns="45720" tIns="0" r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3CCFF">
                    <a:lumMod val="40000"/>
                    <a:lumOff val="60000"/>
                  </a:srgbClr>
                </a:solidFill>
                <a:effectLst/>
                <a:uLnTx/>
                <a:uFillTx/>
                <a:latin typeface="Arial" panose="020B0604020202020204"/>
                <a:ea typeface="Roboto Light" panose="02000000000000000000" pitchFamily="2" charset="0"/>
                <a:cs typeface="Arial" panose="020B0604020202020204" pitchFamily="34" charset="0"/>
              </a:rPr>
              <a:t>Acumatica Cloud Services</a:t>
            </a:r>
          </a:p>
        </p:txBody>
      </p:sp>
      <p:sp>
        <p:nvSpPr>
          <p:cNvPr id="58" name="Rectangle: Rounded Corners 5">
            <a:extLst>
              <a:ext uri="{FF2B5EF4-FFF2-40B4-BE49-F238E27FC236}">
                <a16:creationId xmlns:a16="http://schemas.microsoft.com/office/drawing/2014/main" id="{195A148A-C5EA-3B7D-5392-CAE736D48DB3}"/>
              </a:ext>
            </a:extLst>
          </p:cNvPr>
          <p:cNvSpPr>
            <a:spLocks noChangeAspect="1"/>
          </p:cNvSpPr>
          <p:nvPr/>
        </p:nvSpPr>
        <p:spPr>
          <a:xfrm>
            <a:off x="4897243" y="2451141"/>
            <a:ext cx="1675629" cy="1625906"/>
          </a:xfrm>
          <a:prstGeom prst="roundRect">
            <a:avLst>
              <a:gd name="adj" fmla="val 6209"/>
            </a:avLst>
          </a:prstGeom>
          <a:solidFill>
            <a:srgbClr val="0D1A33">
              <a:alpha val="46341"/>
            </a:srgbClr>
          </a:solidFill>
          <a:ln w="12700" cap="flat" cmpd="sng" algn="ctr">
            <a:solidFill>
              <a:srgbClr val="798799">
                <a:lumMod val="75000"/>
              </a:srgbClr>
            </a:solidFill>
            <a:prstDash val="sysDot"/>
            <a:miter lim="800000"/>
          </a:ln>
          <a:effectLst/>
        </p:spPr>
        <p:txBody>
          <a:bodyPr lIns="45720" r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18BFF2">
                    <a:lumMod val="40000"/>
                    <a:lumOff val="60000"/>
                  </a:srgbClr>
                </a:solidFill>
                <a:effectLst/>
                <a:uLnTx/>
                <a:uFillTx/>
              </a:rPr>
              <a:t>Internal AI services</a:t>
            </a:r>
            <a:endParaRPr kumimoji="0" lang="ru-RU" sz="1050" b="0" i="0" u="none" strike="noStrike" kern="0" cap="none" spc="0" normalizeH="0" baseline="0" noProof="0" dirty="0">
              <a:ln>
                <a:noFill/>
              </a:ln>
              <a:solidFill>
                <a:srgbClr val="18BFF2">
                  <a:lumMod val="40000"/>
                  <a:lumOff val="60000"/>
                </a:srgbClr>
              </a:solidFill>
              <a:effectLst/>
              <a:uLnTx/>
              <a:uFillTx/>
            </a:endParaRPr>
          </a:p>
        </p:txBody>
      </p:sp>
      <p:sp>
        <p:nvSpPr>
          <p:cNvPr id="59" name="Rectangle: Rounded Corners 30">
            <a:extLst>
              <a:ext uri="{FF2B5EF4-FFF2-40B4-BE49-F238E27FC236}">
                <a16:creationId xmlns:a16="http://schemas.microsoft.com/office/drawing/2014/main" id="{98039011-32D2-F0F3-D5A0-06DD805DFA26}"/>
              </a:ext>
            </a:extLst>
          </p:cNvPr>
          <p:cNvSpPr/>
          <p:nvPr/>
        </p:nvSpPr>
        <p:spPr>
          <a:xfrm>
            <a:off x="516900" y="1619019"/>
            <a:ext cx="659010" cy="558302"/>
          </a:xfrm>
          <a:prstGeom prst="roundRect">
            <a:avLst/>
          </a:prstGeom>
          <a:solidFill>
            <a:srgbClr val="A9B4C3"/>
          </a:solidFill>
          <a:ln w="12700" cap="flat" cmpd="sng" algn="ctr">
            <a:solidFill>
              <a:srgbClr val="A9B4C3">
                <a:lumMod val="60000"/>
                <a:lumOff val="40000"/>
              </a:srgbClr>
            </a:solidFill>
            <a:prstDash val="solid"/>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C1B3B"/>
                </a:solidFill>
                <a:effectLst/>
                <a:uLnTx/>
                <a:uFillTx/>
                <a:latin typeface="Arial" panose="020B0604020202020204"/>
                <a:ea typeface="Roboto Light" panose="02000000000000000000" pitchFamily="2" charset="0"/>
                <a:cs typeface="Arial" panose="020B0604020202020204" pitchFamily="34" charset="0"/>
              </a:rPr>
              <a:t>Users</a:t>
            </a:r>
          </a:p>
        </p:txBody>
      </p:sp>
      <p:sp>
        <p:nvSpPr>
          <p:cNvPr id="60" name="Rectangle: Rounded Corners 5">
            <a:extLst>
              <a:ext uri="{FF2B5EF4-FFF2-40B4-BE49-F238E27FC236}">
                <a16:creationId xmlns:a16="http://schemas.microsoft.com/office/drawing/2014/main" id="{9CE51689-BD35-0F6E-B76E-0E9D26F5AB85}"/>
              </a:ext>
            </a:extLst>
          </p:cNvPr>
          <p:cNvSpPr>
            <a:spLocks noChangeAspect="1"/>
          </p:cNvSpPr>
          <p:nvPr/>
        </p:nvSpPr>
        <p:spPr>
          <a:xfrm>
            <a:off x="1709486" y="1404546"/>
            <a:ext cx="968424" cy="367609"/>
          </a:xfrm>
          <a:prstGeom prst="roundRect">
            <a:avLst>
              <a:gd name="adj" fmla="val 6209"/>
            </a:avLst>
          </a:prstGeom>
          <a:solidFill>
            <a:srgbClr val="0D1A33">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Upload Bill or Receipt</a:t>
            </a:r>
            <a:endParaRPr kumimoji="0" lang="ru-RU" sz="1000" b="0" i="0" u="none" strike="noStrike" kern="0" cap="none" spc="0" normalizeH="0" baseline="0" noProof="0" dirty="0">
              <a:ln>
                <a:noFill/>
              </a:ln>
              <a:solidFill>
                <a:srgbClr val="FFFFFF"/>
              </a:solidFill>
              <a:effectLst/>
              <a:uLnTx/>
              <a:uFillTx/>
            </a:endParaRPr>
          </a:p>
        </p:txBody>
      </p:sp>
      <p:sp>
        <p:nvSpPr>
          <p:cNvPr id="61" name="Rectangle: Rounded Corners 5">
            <a:extLst>
              <a:ext uri="{FF2B5EF4-FFF2-40B4-BE49-F238E27FC236}">
                <a16:creationId xmlns:a16="http://schemas.microsoft.com/office/drawing/2014/main" id="{83F799B0-3134-EFBF-4EE5-E1713514E01D}"/>
              </a:ext>
            </a:extLst>
          </p:cNvPr>
          <p:cNvSpPr>
            <a:spLocks noChangeAspect="1"/>
          </p:cNvSpPr>
          <p:nvPr/>
        </p:nvSpPr>
        <p:spPr>
          <a:xfrm>
            <a:off x="2900057" y="1404546"/>
            <a:ext cx="1334781" cy="367609"/>
          </a:xfrm>
          <a:prstGeom prst="roundRect">
            <a:avLst>
              <a:gd name="adj" fmla="val 6209"/>
            </a:avLst>
          </a:prstGeom>
          <a:solidFill>
            <a:srgbClr val="33CCFF">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8BFF2">
                    <a:lumMod val="40000"/>
                    <a:lumOff val="60000"/>
                  </a:srgbClr>
                </a:solidFill>
                <a:effectLst/>
                <a:uLnTx/>
                <a:uFillTx/>
              </a:rPr>
              <a:t>AP Doc Rec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8BFF2">
                    <a:lumMod val="40000"/>
                    <a:lumOff val="60000"/>
                  </a:srgbClr>
                </a:solidFill>
                <a:effectLst/>
                <a:uLnTx/>
                <a:uFillTx/>
              </a:rPr>
              <a:t>Receipt Rec</a:t>
            </a:r>
            <a:endParaRPr kumimoji="0" lang="ru-RU" sz="1100" b="0" i="0" u="none" strike="noStrike" kern="0" cap="none" spc="0" normalizeH="0" baseline="0" noProof="0" dirty="0">
              <a:ln>
                <a:noFill/>
              </a:ln>
              <a:solidFill>
                <a:srgbClr val="18BFF2">
                  <a:lumMod val="40000"/>
                  <a:lumOff val="60000"/>
                </a:srgbClr>
              </a:solidFill>
              <a:effectLst/>
              <a:uLnTx/>
              <a:uFillTx/>
            </a:endParaRPr>
          </a:p>
        </p:txBody>
      </p:sp>
      <p:sp>
        <p:nvSpPr>
          <p:cNvPr id="62" name="Rectangle: Rounded Corners 15">
            <a:extLst>
              <a:ext uri="{FF2B5EF4-FFF2-40B4-BE49-F238E27FC236}">
                <a16:creationId xmlns:a16="http://schemas.microsoft.com/office/drawing/2014/main" id="{10F573E5-C269-2863-7C25-F79A25C33AFF}"/>
              </a:ext>
            </a:extLst>
          </p:cNvPr>
          <p:cNvSpPr>
            <a:spLocks noChangeAspect="1"/>
          </p:cNvSpPr>
          <p:nvPr/>
        </p:nvSpPr>
        <p:spPr>
          <a:xfrm>
            <a:off x="4897243" y="1591866"/>
            <a:ext cx="1670668" cy="608449"/>
          </a:xfrm>
          <a:prstGeom prst="roundRect">
            <a:avLst/>
          </a:prstGeom>
          <a:solidFill>
            <a:srgbClr val="091B33"/>
          </a:solidFill>
          <a:ln w="12700" cap="flat" cmpd="sng" algn="ctr">
            <a:solidFill>
              <a:srgbClr val="091B33"/>
            </a:solidFill>
            <a:prstDash val="solid"/>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Cloud Proxy Service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(Azure OpenAI)</a:t>
            </a:r>
          </a:p>
        </p:txBody>
      </p:sp>
      <p:cxnSp>
        <p:nvCxnSpPr>
          <p:cNvPr id="63" name="Straight Arrow Connector 62">
            <a:extLst>
              <a:ext uri="{FF2B5EF4-FFF2-40B4-BE49-F238E27FC236}">
                <a16:creationId xmlns:a16="http://schemas.microsoft.com/office/drawing/2014/main" id="{60D82A6E-F58D-6983-302E-CB4E7698502B}"/>
              </a:ext>
            </a:extLst>
          </p:cNvPr>
          <p:cNvCxnSpPr>
            <a:cxnSpLocks/>
            <a:stCxn id="60" idx="3"/>
            <a:endCxn id="61" idx="1"/>
          </p:cNvCxnSpPr>
          <p:nvPr/>
        </p:nvCxnSpPr>
        <p:spPr>
          <a:xfrm>
            <a:off x="2677910" y="1588351"/>
            <a:ext cx="222147" cy="0"/>
          </a:xfrm>
          <a:prstGeom prst="straightConnector1">
            <a:avLst/>
          </a:prstGeom>
          <a:noFill/>
          <a:ln w="6350" cap="flat" cmpd="sng" algn="ctr">
            <a:solidFill>
              <a:srgbClr val="33CCFF">
                <a:lumMod val="50000"/>
              </a:srgbClr>
            </a:solidFill>
            <a:prstDash val="solid"/>
            <a:miter lim="800000"/>
            <a:tailEnd type="triangle"/>
          </a:ln>
          <a:effectLst/>
        </p:spPr>
      </p:cxnSp>
      <p:sp>
        <p:nvSpPr>
          <p:cNvPr id="64" name="Rectangle: Rounded Corners 28">
            <a:extLst>
              <a:ext uri="{FF2B5EF4-FFF2-40B4-BE49-F238E27FC236}">
                <a16:creationId xmlns:a16="http://schemas.microsoft.com/office/drawing/2014/main" id="{6DDCEB37-E820-BDE8-CF77-029F1D13D8E2}"/>
              </a:ext>
            </a:extLst>
          </p:cNvPr>
          <p:cNvSpPr/>
          <p:nvPr/>
        </p:nvSpPr>
        <p:spPr>
          <a:xfrm>
            <a:off x="6992121" y="1124125"/>
            <a:ext cx="1701744" cy="2894911"/>
          </a:xfrm>
          <a:prstGeom prst="roundRect">
            <a:avLst>
              <a:gd name="adj" fmla="val 5992"/>
            </a:avLst>
          </a:prstGeom>
          <a:solidFill>
            <a:srgbClr val="003C6B"/>
          </a:solidFill>
          <a:ln w="12700" cap="flat" cmpd="sng" algn="ctr">
            <a:solidFill>
              <a:srgbClr val="33CCFF">
                <a:lumMod val="50000"/>
              </a:srgbClr>
            </a:solidFill>
            <a:prstDash val="solid"/>
            <a:miter lim="800000"/>
          </a:ln>
          <a:effectLst/>
        </p:spPr>
        <p:txBody>
          <a:bodyPr lIns="45720" tIns="0" r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33CCFF">
                    <a:lumMod val="40000"/>
                    <a:lumOff val="60000"/>
                  </a:srgbClr>
                </a:solidFill>
                <a:effectLst/>
                <a:uLnTx/>
                <a:uFillTx/>
                <a:latin typeface="Arial" panose="020B0604020202020204"/>
                <a:ea typeface="Roboto Light" panose="02000000000000000000" pitchFamily="2" charset="0"/>
                <a:cs typeface="Arial" panose="020B0604020202020204" pitchFamily="34" charset="0"/>
              </a:rPr>
              <a:t>External LLMs</a:t>
            </a:r>
          </a:p>
        </p:txBody>
      </p:sp>
      <p:grpSp>
        <p:nvGrpSpPr>
          <p:cNvPr id="65" name="Group 64">
            <a:extLst>
              <a:ext uri="{FF2B5EF4-FFF2-40B4-BE49-F238E27FC236}">
                <a16:creationId xmlns:a16="http://schemas.microsoft.com/office/drawing/2014/main" id="{34848894-8CD6-E57C-9A91-576A2C524474}"/>
              </a:ext>
            </a:extLst>
          </p:cNvPr>
          <p:cNvGrpSpPr/>
          <p:nvPr/>
        </p:nvGrpSpPr>
        <p:grpSpPr>
          <a:xfrm>
            <a:off x="7174117" y="2118540"/>
            <a:ext cx="1337743" cy="368222"/>
            <a:chOff x="7088555" y="2159392"/>
            <a:chExt cx="1645476" cy="452927"/>
          </a:xfrm>
        </p:grpSpPr>
        <p:sp>
          <p:nvSpPr>
            <p:cNvPr id="66" name="Rectangle: Rounded Corners 15">
              <a:extLst>
                <a:ext uri="{FF2B5EF4-FFF2-40B4-BE49-F238E27FC236}">
                  <a16:creationId xmlns:a16="http://schemas.microsoft.com/office/drawing/2014/main" id="{4D0412BA-4485-C6FE-DACF-67ED3025F8A5}"/>
                </a:ext>
              </a:extLst>
            </p:cNvPr>
            <p:cNvSpPr>
              <a:spLocks noChangeAspect="1"/>
            </p:cNvSpPr>
            <p:nvPr/>
          </p:nvSpPr>
          <p:spPr>
            <a:xfrm>
              <a:off x="7088555" y="2159392"/>
              <a:ext cx="1645476" cy="452927"/>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rPr>
                <a:t>             Anthropic</a:t>
              </a:r>
              <a:endParaRPr kumimoji="0" lang="ru-RU" sz="1000" b="0" i="0" u="none" strike="noStrike" kern="0" cap="none" spc="0" normalizeH="0" baseline="0" noProof="0">
                <a:ln>
                  <a:noFill/>
                </a:ln>
                <a:solidFill>
                  <a:srgbClr val="FFFFFF"/>
                </a:solidFill>
                <a:effectLst/>
                <a:uLnTx/>
                <a:uFillTx/>
              </a:endParaRPr>
            </a:p>
          </p:txBody>
        </p:sp>
        <p:pic>
          <p:nvPicPr>
            <p:cNvPr id="67" name="Graphic 66">
              <a:extLst>
                <a:ext uri="{FF2B5EF4-FFF2-40B4-BE49-F238E27FC236}">
                  <a16:creationId xmlns:a16="http://schemas.microsoft.com/office/drawing/2014/main" id="{597818FD-03DA-C4AC-0936-8310643953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42098" y="2202742"/>
              <a:ext cx="365760" cy="365760"/>
            </a:xfrm>
            <a:prstGeom prst="rect">
              <a:avLst/>
            </a:prstGeom>
          </p:spPr>
        </p:pic>
      </p:grpSp>
      <p:sp>
        <p:nvSpPr>
          <p:cNvPr id="68" name="Rectangle: Rounded Corners 15">
            <a:extLst>
              <a:ext uri="{FF2B5EF4-FFF2-40B4-BE49-F238E27FC236}">
                <a16:creationId xmlns:a16="http://schemas.microsoft.com/office/drawing/2014/main" id="{A90E13FA-3110-3100-33B8-765AA9B5091F}"/>
              </a:ext>
            </a:extLst>
          </p:cNvPr>
          <p:cNvSpPr>
            <a:spLocks noChangeAspect="1"/>
          </p:cNvSpPr>
          <p:nvPr/>
        </p:nvSpPr>
        <p:spPr>
          <a:xfrm>
            <a:off x="7174116" y="3526856"/>
            <a:ext cx="1337745" cy="368222"/>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dirty="0">
                <a:ln>
                  <a:noFill/>
                </a:ln>
                <a:solidFill>
                  <a:srgbClr val="FFFFFF"/>
                </a:solidFill>
                <a:effectLst/>
                <a:uLnTx/>
                <a:uFillTx/>
              </a:rPr>
              <a:t>…Future Providers</a:t>
            </a:r>
            <a:endParaRPr kumimoji="0" lang="ru-RU" sz="1000" b="0" i="1" u="none" strike="noStrike" kern="0" cap="none" spc="0" normalizeH="0" baseline="0" noProof="0" dirty="0">
              <a:ln>
                <a:noFill/>
              </a:ln>
              <a:solidFill>
                <a:srgbClr val="FFFFFF"/>
              </a:solidFill>
              <a:effectLst/>
              <a:uLnTx/>
              <a:uFillTx/>
            </a:endParaRPr>
          </a:p>
        </p:txBody>
      </p:sp>
      <p:grpSp>
        <p:nvGrpSpPr>
          <p:cNvPr id="69" name="Group 68">
            <a:extLst>
              <a:ext uri="{FF2B5EF4-FFF2-40B4-BE49-F238E27FC236}">
                <a16:creationId xmlns:a16="http://schemas.microsoft.com/office/drawing/2014/main" id="{51A559D8-F599-47D7-4454-2AD8CD7516C0}"/>
              </a:ext>
            </a:extLst>
          </p:cNvPr>
          <p:cNvGrpSpPr/>
          <p:nvPr/>
        </p:nvGrpSpPr>
        <p:grpSpPr>
          <a:xfrm>
            <a:off x="7174117" y="1649102"/>
            <a:ext cx="1337743" cy="368222"/>
            <a:chOff x="7088555" y="1337586"/>
            <a:chExt cx="1645476" cy="452927"/>
          </a:xfrm>
        </p:grpSpPr>
        <p:sp>
          <p:nvSpPr>
            <p:cNvPr id="70" name="Rectangle: Rounded Corners 15">
              <a:extLst>
                <a:ext uri="{FF2B5EF4-FFF2-40B4-BE49-F238E27FC236}">
                  <a16:creationId xmlns:a16="http://schemas.microsoft.com/office/drawing/2014/main" id="{01DE122B-D3F9-6B87-7522-4263D75AA63F}"/>
                </a:ext>
              </a:extLst>
            </p:cNvPr>
            <p:cNvSpPr>
              <a:spLocks noChangeAspect="1"/>
            </p:cNvSpPr>
            <p:nvPr/>
          </p:nvSpPr>
          <p:spPr>
            <a:xfrm>
              <a:off x="7088555" y="1337586"/>
              <a:ext cx="1645476" cy="452927"/>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rPr>
                <a:t>            OpenAI</a:t>
              </a:r>
              <a:endParaRPr kumimoji="0" lang="ru-RU" sz="1000" b="0" i="0" u="none" strike="noStrike" kern="0" cap="none" spc="0" normalizeH="0" baseline="0" noProof="0">
                <a:ln>
                  <a:noFill/>
                </a:ln>
                <a:solidFill>
                  <a:srgbClr val="FFFFFF"/>
                </a:solidFill>
                <a:effectLst/>
                <a:uLnTx/>
                <a:uFillTx/>
              </a:endParaRPr>
            </a:p>
          </p:txBody>
        </p:sp>
        <p:pic>
          <p:nvPicPr>
            <p:cNvPr id="71" name="Graphic 70">
              <a:extLst>
                <a:ext uri="{FF2B5EF4-FFF2-40B4-BE49-F238E27FC236}">
                  <a16:creationId xmlns:a16="http://schemas.microsoft.com/office/drawing/2014/main" id="{09135292-413E-B12C-5E73-FF6550C8C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2818" y="1381170"/>
              <a:ext cx="372013" cy="365760"/>
            </a:xfrm>
            <a:prstGeom prst="rect">
              <a:avLst/>
            </a:prstGeom>
          </p:spPr>
        </p:pic>
      </p:grpSp>
      <p:cxnSp>
        <p:nvCxnSpPr>
          <p:cNvPr id="72" name="Straight Arrow Connector 71">
            <a:extLst>
              <a:ext uri="{FF2B5EF4-FFF2-40B4-BE49-F238E27FC236}">
                <a16:creationId xmlns:a16="http://schemas.microsoft.com/office/drawing/2014/main" id="{0307E292-7967-E7C5-2974-EE1708F5025A}"/>
              </a:ext>
            </a:extLst>
          </p:cNvPr>
          <p:cNvCxnSpPr>
            <a:cxnSpLocks/>
            <a:stCxn id="56" idx="3"/>
            <a:endCxn id="57" idx="1"/>
          </p:cNvCxnSpPr>
          <p:nvPr/>
        </p:nvCxnSpPr>
        <p:spPr>
          <a:xfrm>
            <a:off x="4415008" y="2571750"/>
            <a:ext cx="373682" cy="1"/>
          </a:xfrm>
          <a:prstGeom prst="straightConnector1">
            <a:avLst/>
          </a:prstGeom>
          <a:noFill/>
          <a:ln w="6350" cap="flat" cmpd="sng" algn="ctr">
            <a:solidFill>
              <a:srgbClr val="33CCFF">
                <a:lumMod val="50000"/>
              </a:srgbClr>
            </a:solidFill>
            <a:prstDash val="solid"/>
            <a:miter lim="800000"/>
            <a:headEnd type="triangle" w="med" len="med"/>
            <a:tailEnd type="triangle" w="med" len="med"/>
          </a:ln>
          <a:effectLst/>
        </p:spPr>
      </p:cxnSp>
      <p:cxnSp>
        <p:nvCxnSpPr>
          <p:cNvPr id="73" name="Connector: Elbow 72">
            <a:extLst>
              <a:ext uri="{FF2B5EF4-FFF2-40B4-BE49-F238E27FC236}">
                <a16:creationId xmlns:a16="http://schemas.microsoft.com/office/drawing/2014/main" id="{8E40AC6A-D531-EA1E-088F-96C4169119E3}"/>
              </a:ext>
            </a:extLst>
          </p:cNvPr>
          <p:cNvCxnSpPr>
            <a:cxnSpLocks/>
            <a:stCxn id="59" idx="3"/>
            <a:endCxn id="60" idx="1"/>
          </p:cNvCxnSpPr>
          <p:nvPr/>
        </p:nvCxnSpPr>
        <p:spPr>
          <a:xfrm flipV="1">
            <a:off x="1175910" y="1588351"/>
            <a:ext cx="533576" cy="309819"/>
          </a:xfrm>
          <a:prstGeom prst="bentConnector3">
            <a:avLst>
              <a:gd name="adj1" fmla="val 50000"/>
            </a:avLst>
          </a:prstGeom>
          <a:noFill/>
          <a:ln w="6350" cap="flat" cmpd="sng" algn="ctr">
            <a:solidFill>
              <a:srgbClr val="33CCFF">
                <a:lumMod val="50000"/>
              </a:srgbClr>
            </a:solidFill>
            <a:prstDash val="solid"/>
            <a:miter lim="800000"/>
            <a:tailEnd type="triangle"/>
          </a:ln>
          <a:effectLst/>
        </p:spPr>
      </p:cxnSp>
      <p:grpSp>
        <p:nvGrpSpPr>
          <p:cNvPr id="74" name="Group 73">
            <a:extLst>
              <a:ext uri="{FF2B5EF4-FFF2-40B4-BE49-F238E27FC236}">
                <a16:creationId xmlns:a16="http://schemas.microsoft.com/office/drawing/2014/main" id="{24E8A6A8-E82B-EFDC-A311-207282875ECD}"/>
              </a:ext>
            </a:extLst>
          </p:cNvPr>
          <p:cNvGrpSpPr/>
          <p:nvPr/>
        </p:nvGrpSpPr>
        <p:grpSpPr>
          <a:xfrm>
            <a:off x="5076501" y="2753951"/>
            <a:ext cx="1337745" cy="368222"/>
            <a:chOff x="7158941" y="2942356"/>
            <a:chExt cx="1337745" cy="368222"/>
          </a:xfrm>
        </p:grpSpPr>
        <p:sp>
          <p:nvSpPr>
            <p:cNvPr id="75" name="Rectangle: Rounded Corners 15">
              <a:extLst>
                <a:ext uri="{FF2B5EF4-FFF2-40B4-BE49-F238E27FC236}">
                  <a16:creationId xmlns:a16="http://schemas.microsoft.com/office/drawing/2014/main" id="{EE5A06B3-0F10-01E2-4257-931C7C8F2386}"/>
                </a:ext>
              </a:extLst>
            </p:cNvPr>
            <p:cNvSpPr>
              <a:spLocks noChangeAspect="1"/>
            </p:cNvSpPr>
            <p:nvPr/>
          </p:nvSpPr>
          <p:spPr>
            <a:xfrm>
              <a:off x="7158941" y="2942356"/>
              <a:ext cx="1337745" cy="368222"/>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            Meta Llama</a:t>
              </a:r>
              <a:endParaRPr kumimoji="0" lang="ru-RU" sz="1000" b="0" i="0" u="none" strike="noStrike" kern="0" cap="none" spc="0" normalizeH="0" baseline="0" noProof="0" dirty="0">
                <a:ln>
                  <a:noFill/>
                </a:ln>
                <a:solidFill>
                  <a:srgbClr val="FFFFFF"/>
                </a:solidFill>
                <a:effectLst/>
                <a:uLnTx/>
                <a:uFillTx/>
              </a:endParaRPr>
            </a:p>
          </p:txBody>
        </p:sp>
        <p:pic>
          <p:nvPicPr>
            <p:cNvPr id="76" name="Picture 75">
              <a:extLst>
                <a:ext uri="{FF2B5EF4-FFF2-40B4-BE49-F238E27FC236}">
                  <a16:creationId xmlns:a16="http://schemas.microsoft.com/office/drawing/2014/main" id="{6E77127A-63B4-C763-9C18-C5A0396745D9}"/>
                </a:ext>
              </a:extLst>
            </p:cNvPr>
            <p:cNvPicPr>
              <a:picLocks noChangeAspect="1"/>
            </p:cNvPicPr>
            <p:nvPr/>
          </p:nvPicPr>
          <p:blipFill>
            <a:blip r:embed="rId4">
              <a:biLevel thresh="25000"/>
            </a:blip>
            <a:stretch>
              <a:fillRect/>
            </a:stretch>
          </p:blipFill>
          <p:spPr>
            <a:xfrm>
              <a:off x="7279338" y="3019614"/>
              <a:ext cx="324362" cy="215650"/>
            </a:xfrm>
            <a:prstGeom prst="rect">
              <a:avLst/>
            </a:prstGeom>
          </p:spPr>
        </p:pic>
      </p:grpSp>
      <p:grpSp>
        <p:nvGrpSpPr>
          <p:cNvPr id="77" name="Group 76">
            <a:extLst>
              <a:ext uri="{FF2B5EF4-FFF2-40B4-BE49-F238E27FC236}">
                <a16:creationId xmlns:a16="http://schemas.microsoft.com/office/drawing/2014/main" id="{F4228DEA-A572-711E-01EC-6B83BFE4FAD0}"/>
              </a:ext>
            </a:extLst>
          </p:cNvPr>
          <p:cNvGrpSpPr/>
          <p:nvPr/>
        </p:nvGrpSpPr>
        <p:grpSpPr>
          <a:xfrm>
            <a:off x="7174117" y="2587978"/>
            <a:ext cx="1337743" cy="368222"/>
            <a:chOff x="7158941" y="2843707"/>
            <a:chExt cx="1337743" cy="368222"/>
          </a:xfrm>
        </p:grpSpPr>
        <p:sp>
          <p:nvSpPr>
            <p:cNvPr id="78" name="Rectangle: Rounded Corners 15">
              <a:extLst>
                <a:ext uri="{FF2B5EF4-FFF2-40B4-BE49-F238E27FC236}">
                  <a16:creationId xmlns:a16="http://schemas.microsoft.com/office/drawing/2014/main" id="{396C726F-FC5E-E4CE-DF2C-4347BB969241}"/>
                </a:ext>
              </a:extLst>
            </p:cNvPr>
            <p:cNvSpPr>
              <a:spLocks noChangeAspect="1"/>
            </p:cNvSpPr>
            <p:nvPr/>
          </p:nvSpPr>
          <p:spPr>
            <a:xfrm>
              <a:off x="7158941" y="2843707"/>
              <a:ext cx="1337743" cy="368222"/>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             Gemini*</a:t>
              </a:r>
              <a:endParaRPr kumimoji="0" lang="ru-RU" sz="1000" b="0" i="0" u="none" strike="noStrike" kern="0" cap="none" spc="0" normalizeH="0" baseline="0" noProof="0" dirty="0">
                <a:ln>
                  <a:noFill/>
                </a:ln>
                <a:solidFill>
                  <a:srgbClr val="FFFFFF"/>
                </a:solidFill>
                <a:effectLst/>
                <a:uLnTx/>
                <a:uFillTx/>
              </a:endParaRPr>
            </a:p>
          </p:txBody>
        </p:sp>
        <p:pic>
          <p:nvPicPr>
            <p:cNvPr id="79" name="Picture 6" descr="Gemini Ai color icon in PNG, SVG">
              <a:extLst>
                <a:ext uri="{FF2B5EF4-FFF2-40B4-BE49-F238E27FC236}">
                  <a16:creationId xmlns:a16="http://schemas.microsoft.com/office/drawing/2014/main" id="{DE97EE29-F163-80FC-FC83-C490D28BF957}"/>
                </a:ext>
              </a:extLst>
            </p:cNvPr>
            <p:cNvPicPr>
              <a:picLocks noChangeAspect="1" noChangeArrowheads="1"/>
            </p:cNvPicPr>
            <p:nvPr/>
          </p:nvPicPr>
          <p:blipFill>
            <a:blip r:embed="rId5" cstate="print">
              <a:clrChange>
                <a:clrFrom>
                  <a:srgbClr val="FFFFFF"/>
                </a:clrFrom>
                <a:clrTo>
                  <a:srgbClr val="FFFFFF">
                    <a:alpha val="0"/>
                  </a:srgbClr>
                </a:clrTo>
              </a:clrChange>
              <a:biLevel thresh="25000"/>
              <a:extLst>
                <a:ext uri="{28A0092B-C50C-407E-A947-70E740481C1C}">
                  <a14:useLocalDpi xmlns:a14="http://schemas.microsoft.com/office/drawing/2010/main" val="0"/>
                </a:ext>
              </a:extLst>
            </a:blip>
            <a:srcRect/>
            <a:stretch>
              <a:fillRect/>
            </a:stretch>
          </p:blipFill>
          <p:spPr bwMode="auto">
            <a:xfrm>
              <a:off x="7342336" y="2866758"/>
              <a:ext cx="320087" cy="3200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0" name="Group 79">
            <a:extLst>
              <a:ext uri="{FF2B5EF4-FFF2-40B4-BE49-F238E27FC236}">
                <a16:creationId xmlns:a16="http://schemas.microsoft.com/office/drawing/2014/main" id="{FB8EE2C6-F154-53D4-6620-8A86A72BFA75}"/>
              </a:ext>
            </a:extLst>
          </p:cNvPr>
          <p:cNvGrpSpPr/>
          <p:nvPr/>
        </p:nvGrpSpPr>
        <p:grpSpPr>
          <a:xfrm>
            <a:off x="7174117" y="3057416"/>
            <a:ext cx="1337743" cy="368222"/>
            <a:chOff x="7311341" y="2996107"/>
            <a:chExt cx="1337743" cy="368222"/>
          </a:xfrm>
        </p:grpSpPr>
        <p:sp>
          <p:nvSpPr>
            <p:cNvPr id="81" name="Rectangle: Rounded Corners 15">
              <a:extLst>
                <a:ext uri="{FF2B5EF4-FFF2-40B4-BE49-F238E27FC236}">
                  <a16:creationId xmlns:a16="http://schemas.microsoft.com/office/drawing/2014/main" id="{AAD0CD07-DAE8-D863-31B8-B75691C1F468}"/>
                </a:ext>
              </a:extLst>
            </p:cNvPr>
            <p:cNvSpPr>
              <a:spLocks noChangeAspect="1"/>
            </p:cNvSpPr>
            <p:nvPr/>
          </p:nvSpPr>
          <p:spPr>
            <a:xfrm>
              <a:off x="7311341" y="2996107"/>
              <a:ext cx="1337743" cy="368222"/>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             Grok*</a:t>
              </a:r>
              <a:endParaRPr kumimoji="0" lang="ru-RU" sz="1000" b="0" i="0" u="none" strike="noStrike" kern="0" cap="none" spc="0" normalizeH="0" baseline="0" noProof="0" dirty="0">
                <a:ln>
                  <a:noFill/>
                </a:ln>
                <a:solidFill>
                  <a:srgbClr val="FFFFFF"/>
                </a:solidFill>
                <a:effectLst/>
                <a:uLnTx/>
                <a:uFillTx/>
              </a:endParaRPr>
            </a:p>
          </p:txBody>
        </p:sp>
        <p:pic>
          <p:nvPicPr>
            <p:cNvPr id="82" name="Picture 8" descr="Grok (xAI) Free SVG, PNG, and vector... · LobeHub">
              <a:extLst>
                <a:ext uri="{FF2B5EF4-FFF2-40B4-BE49-F238E27FC236}">
                  <a16:creationId xmlns:a16="http://schemas.microsoft.com/office/drawing/2014/main" id="{44AB8C44-0A6C-6F3C-7DDF-74DDC2931020}"/>
                </a:ext>
              </a:extLst>
            </p:cNvPr>
            <p:cNvPicPr>
              <a:picLocks noChangeAspect="1" noChangeArrowheads="1"/>
            </p:cNvPicPr>
            <p:nvPr/>
          </p:nvPicPr>
          <p:blipFill>
            <a:blip r:embed="rId6" cstate="print">
              <a:lum bright="70000" contrast="-70000"/>
              <a:extLst>
                <a:ext uri="{28A0092B-C50C-407E-A947-70E740481C1C}">
                  <a14:useLocalDpi xmlns:a14="http://schemas.microsoft.com/office/drawing/2010/main" val="0"/>
                </a:ext>
              </a:extLst>
            </a:blip>
            <a:srcRect/>
            <a:stretch>
              <a:fillRect/>
            </a:stretch>
          </p:blipFill>
          <p:spPr bwMode="auto">
            <a:xfrm>
              <a:off x="7544357" y="3011190"/>
              <a:ext cx="320088" cy="320088"/>
            </a:xfrm>
            <a:prstGeom prst="rect">
              <a:avLst/>
            </a:prstGeom>
            <a:noFill/>
            <a:extLst>
              <a:ext uri="{909E8E84-426E-40DD-AFC4-6F175D3DCCD1}">
                <a14:hiddenFill xmlns:a14="http://schemas.microsoft.com/office/drawing/2010/main">
                  <a:solidFill>
                    <a:srgbClr val="FFFFFF"/>
                  </a:solidFill>
                </a14:hiddenFill>
              </a:ext>
            </a:extLst>
          </p:spPr>
        </p:pic>
      </p:grpSp>
      <p:sp>
        <p:nvSpPr>
          <p:cNvPr id="83" name="Rectangle: Rounded Corners 30">
            <a:extLst>
              <a:ext uri="{FF2B5EF4-FFF2-40B4-BE49-F238E27FC236}">
                <a16:creationId xmlns:a16="http://schemas.microsoft.com/office/drawing/2014/main" id="{F74C71B0-2538-0B0C-F2DB-08063E029DA2}"/>
              </a:ext>
            </a:extLst>
          </p:cNvPr>
          <p:cNvSpPr/>
          <p:nvPr/>
        </p:nvSpPr>
        <p:spPr>
          <a:xfrm>
            <a:off x="514885" y="3284858"/>
            <a:ext cx="659010" cy="558302"/>
          </a:xfrm>
          <a:prstGeom prst="roundRect">
            <a:avLst/>
          </a:prstGeom>
          <a:solidFill>
            <a:srgbClr val="A9B4C3"/>
          </a:solidFill>
          <a:ln w="12700" cap="flat" cmpd="sng" algn="ctr">
            <a:solidFill>
              <a:srgbClr val="A9B4C3">
                <a:lumMod val="60000"/>
                <a:lumOff val="40000"/>
              </a:srgbClr>
            </a:solidFill>
            <a:prstDash val="solid"/>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C1B3B"/>
                </a:solidFill>
                <a:effectLst/>
                <a:uLnTx/>
                <a:uFillTx/>
                <a:latin typeface="Arial" panose="020B0604020202020204"/>
                <a:ea typeface="Roboto Light" panose="02000000000000000000" pitchFamily="2" charset="0"/>
                <a:cs typeface="Arial" panose="020B0604020202020204" pitchFamily="34" charset="0"/>
              </a:rPr>
              <a:t>Automated Processes</a:t>
            </a:r>
          </a:p>
        </p:txBody>
      </p:sp>
      <p:sp>
        <p:nvSpPr>
          <p:cNvPr id="84" name="Rectangle: Rounded Corners 5">
            <a:extLst>
              <a:ext uri="{FF2B5EF4-FFF2-40B4-BE49-F238E27FC236}">
                <a16:creationId xmlns:a16="http://schemas.microsoft.com/office/drawing/2014/main" id="{B07BF5C0-902E-B9BC-3419-E642E34DDCCE}"/>
              </a:ext>
            </a:extLst>
          </p:cNvPr>
          <p:cNvSpPr>
            <a:spLocks noChangeAspect="1"/>
          </p:cNvSpPr>
          <p:nvPr/>
        </p:nvSpPr>
        <p:spPr>
          <a:xfrm>
            <a:off x="1711501" y="1962968"/>
            <a:ext cx="968424" cy="367609"/>
          </a:xfrm>
          <a:prstGeom prst="roundRect">
            <a:avLst>
              <a:gd name="adj" fmla="val 6209"/>
            </a:avLst>
          </a:prstGeom>
          <a:solidFill>
            <a:srgbClr val="0D1A33">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Detect Anomalies</a:t>
            </a:r>
            <a:endParaRPr kumimoji="0" lang="ru-RU" sz="1000" b="0" i="0" u="none" strike="noStrike" kern="0" cap="none" spc="0" normalizeH="0" baseline="0" noProof="0" dirty="0">
              <a:ln>
                <a:noFill/>
              </a:ln>
              <a:solidFill>
                <a:srgbClr val="FFFFFF"/>
              </a:solidFill>
              <a:effectLst/>
              <a:uLnTx/>
              <a:uFillTx/>
            </a:endParaRPr>
          </a:p>
        </p:txBody>
      </p:sp>
      <p:sp>
        <p:nvSpPr>
          <p:cNvPr id="85" name="Rectangle: Rounded Corners 5">
            <a:extLst>
              <a:ext uri="{FF2B5EF4-FFF2-40B4-BE49-F238E27FC236}">
                <a16:creationId xmlns:a16="http://schemas.microsoft.com/office/drawing/2014/main" id="{517C2636-3ECC-3607-0513-3B91406012D8}"/>
              </a:ext>
            </a:extLst>
          </p:cNvPr>
          <p:cNvSpPr>
            <a:spLocks noChangeAspect="1"/>
          </p:cNvSpPr>
          <p:nvPr/>
        </p:nvSpPr>
        <p:spPr>
          <a:xfrm>
            <a:off x="2902072" y="1962968"/>
            <a:ext cx="1334781" cy="367609"/>
          </a:xfrm>
          <a:prstGeom prst="roundRect">
            <a:avLst>
              <a:gd name="adj" fmla="val 6209"/>
            </a:avLst>
          </a:prstGeom>
          <a:solidFill>
            <a:srgbClr val="33CCFF">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8BFF2">
                    <a:lumMod val="40000"/>
                    <a:lumOff val="60000"/>
                  </a:srgbClr>
                </a:solidFill>
                <a:effectLst/>
                <a:uLnTx/>
                <a:uFillTx/>
              </a:rPr>
              <a:t>Anomaly Detection</a:t>
            </a:r>
            <a:endParaRPr kumimoji="0" lang="ru-RU" sz="1100" b="0" i="0" u="none" strike="noStrike" kern="0" cap="none" spc="0" normalizeH="0" baseline="0" noProof="0" dirty="0">
              <a:ln>
                <a:noFill/>
              </a:ln>
              <a:solidFill>
                <a:srgbClr val="18BFF2">
                  <a:lumMod val="40000"/>
                  <a:lumOff val="60000"/>
                </a:srgbClr>
              </a:solidFill>
              <a:effectLst/>
              <a:uLnTx/>
              <a:uFillTx/>
            </a:endParaRPr>
          </a:p>
        </p:txBody>
      </p:sp>
      <p:cxnSp>
        <p:nvCxnSpPr>
          <p:cNvPr id="86" name="Straight Arrow Connector 85">
            <a:extLst>
              <a:ext uri="{FF2B5EF4-FFF2-40B4-BE49-F238E27FC236}">
                <a16:creationId xmlns:a16="http://schemas.microsoft.com/office/drawing/2014/main" id="{F86ED652-2AB8-D6B7-B5B2-CD7CC181D674}"/>
              </a:ext>
            </a:extLst>
          </p:cNvPr>
          <p:cNvCxnSpPr>
            <a:cxnSpLocks/>
            <a:stCxn id="84" idx="3"/>
            <a:endCxn id="85" idx="1"/>
          </p:cNvCxnSpPr>
          <p:nvPr/>
        </p:nvCxnSpPr>
        <p:spPr>
          <a:xfrm>
            <a:off x="2679925" y="2146773"/>
            <a:ext cx="222147" cy="0"/>
          </a:xfrm>
          <a:prstGeom prst="straightConnector1">
            <a:avLst/>
          </a:prstGeom>
          <a:noFill/>
          <a:ln w="6350" cap="flat" cmpd="sng" algn="ctr">
            <a:solidFill>
              <a:srgbClr val="33CCFF">
                <a:lumMod val="50000"/>
              </a:srgbClr>
            </a:solidFill>
            <a:prstDash val="solid"/>
            <a:miter lim="800000"/>
            <a:tailEnd type="triangle"/>
          </a:ln>
          <a:effectLst/>
        </p:spPr>
      </p:cxnSp>
      <p:cxnSp>
        <p:nvCxnSpPr>
          <p:cNvPr id="87" name="Connector: Elbow 86">
            <a:extLst>
              <a:ext uri="{FF2B5EF4-FFF2-40B4-BE49-F238E27FC236}">
                <a16:creationId xmlns:a16="http://schemas.microsoft.com/office/drawing/2014/main" id="{FA466FE8-6EB5-A5B7-E3D9-DD67B1C4A0F0}"/>
              </a:ext>
            </a:extLst>
          </p:cNvPr>
          <p:cNvCxnSpPr>
            <a:cxnSpLocks/>
            <a:stCxn id="59" idx="3"/>
            <a:endCxn id="91" idx="1"/>
          </p:cNvCxnSpPr>
          <p:nvPr/>
        </p:nvCxnSpPr>
        <p:spPr>
          <a:xfrm>
            <a:off x="1175910" y="1898170"/>
            <a:ext cx="533576" cy="1923870"/>
          </a:xfrm>
          <a:prstGeom prst="bentConnector3">
            <a:avLst>
              <a:gd name="adj1" fmla="val 50000"/>
            </a:avLst>
          </a:prstGeom>
          <a:noFill/>
          <a:ln w="6350" cap="flat" cmpd="sng" algn="ctr">
            <a:solidFill>
              <a:srgbClr val="33CCFF">
                <a:lumMod val="50000"/>
              </a:srgbClr>
            </a:solidFill>
            <a:prstDash val="solid"/>
            <a:miter lim="800000"/>
            <a:tailEnd type="triangle"/>
          </a:ln>
          <a:effectLst/>
        </p:spPr>
      </p:cxnSp>
      <p:sp>
        <p:nvSpPr>
          <p:cNvPr id="88" name="Rectangle: Rounded Corners 5">
            <a:extLst>
              <a:ext uri="{FF2B5EF4-FFF2-40B4-BE49-F238E27FC236}">
                <a16:creationId xmlns:a16="http://schemas.microsoft.com/office/drawing/2014/main" id="{0DD77826-8160-395B-C5EA-62D7263DF729}"/>
              </a:ext>
            </a:extLst>
          </p:cNvPr>
          <p:cNvSpPr>
            <a:spLocks noChangeAspect="1"/>
          </p:cNvSpPr>
          <p:nvPr/>
        </p:nvSpPr>
        <p:spPr>
          <a:xfrm>
            <a:off x="1709486" y="2521390"/>
            <a:ext cx="968424" cy="367609"/>
          </a:xfrm>
          <a:prstGeom prst="roundRect">
            <a:avLst>
              <a:gd name="adj" fmla="val 6209"/>
            </a:avLst>
          </a:prstGeom>
          <a:solidFill>
            <a:srgbClr val="0D1A33">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Analyze Orders</a:t>
            </a:r>
            <a:endParaRPr kumimoji="0" lang="ru-RU" sz="1000" b="0" i="0" u="none" strike="noStrike" kern="0" cap="none" spc="0" normalizeH="0" baseline="0" noProof="0" dirty="0">
              <a:ln>
                <a:noFill/>
              </a:ln>
              <a:solidFill>
                <a:srgbClr val="FFFFFF"/>
              </a:solidFill>
              <a:effectLst/>
              <a:uLnTx/>
              <a:uFillTx/>
            </a:endParaRPr>
          </a:p>
        </p:txBody>
      </p:sp>
      <p:sp>
        <p:nvSpPr>
          <p:cNvPr id="89" name="Rectangle: Rounded Corners 5">
            <a:extLst>
              <a:ext uri="{FF2B5EF4-FFF2-40B4-BE49-F238E27FC236}">
                <a16:creationId xmlns:a16="http://schemas.microsoft.com/office/drawing/2014/main" id="{F617A018-F917-1E44-31D5-C3ADD2CEA5A3}"/>
              </a:ext>
            </a:extLst>
          </p:cNvPr>
          <p:cNvSpPr>
            <a:spLocks noChangeAspect="1"/>
          </p:cNvSpPr>
          <p:nvPr/>
        </p:nvSpPr>
        <p:spPr>
          <a:xfrm>
            <a:off x="2900057" y="2521390"/>
            <a:ext cx="1334781" cy="367609"/>
          </a:xfrm>
          <a:prstGeom prst="roundRect">
            <a:avLst>
              <a:gd name="adj" fmla="val 6209"/>
            </a:avLst>
          </a:prstGeom>
          <a:solidFill>
            <a:srgbClr val="33CCFF">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8BFF2">
                    <a:lumMod val="40000"/>
                    <a:lumOff val="60000"/>
                  </a:srgbClr>
                </a:solidFill>
                <a:effectLst/>
                <a:uLnTx/>
                <a:uFillTx/>
              </a:rPr>
              <a:t>Related Item Assistant</a:t>
            </a:r>
            <a:endParaRPr kumimoji="0" lang="ru-RU" sz="1100" b="0" i="0" u="none" strike="noStrike" kern="0" cap="none" spc="0" normalizeH="0" baseline="0" noProof="0" dirty="0">
              <a:ln>
                <a:noFill/>
              </a:ln>
              <a:solidFill>
                <a:srgbClr val="18BFF2">
                  <a:lumMod val="40000"/>
                  <a:lumOff val="60000"/>
                </a:srgbClr>
              </a:solidFill>
              <a:effectLst/>
              <a:uLnTx/>
              <a:uFillTx/>
            </a:endParaRPr>
          </a:p>
        </p:txBody>
      </p:sp>
      <p:cxnSp>
        <p:nvCxnSpPr>
          <p:cNvPr id="90" name="Straight Arrow Connector 89">
            <a:extLst>
              <a:ext uri="{FF2B5EF4-FFF2-40B4-BE49-F238E27FC236}">
                <a16:creationId xmlns:a16="http://schemas.microsoft.com/office/drawing/2014/main" id="{237D035B-38FC-9582-1250-37086F16D0CD}"/>
              </a:ext>
            </a:extLst>
          </p:cNvPr>
          <p:cNvCxnSpPr>
            <a:cxnSpLocks/>
            <a:stCxn id="88" idx="3"/>
            <a:endCxn id="89" idx="1"/>
          </p:cNvCxnSpPr>
          <p:nvPr/>
        </p:nvCxnSpPr>
        <p:spPr>
          <a:xfrm>
            <a:off x="2677910" y="2705195"/>
            <a:ext cx="222147" cy="0"/>
          </a:xfrm>
          <a:prstGeom prst="straightConnector1">
            <a:avLst/>
          </a:prstGeom>
          <a:noFill/>
          <a:ln w="6350" cap="flat" cmpd="sng" algn="ctr">
            <a:solidFill>
              <a:srgbClr val="33CCFF">
                <a:lumMod val="50000"/>
              </a:srgbClr>
            </a:solidFill>
            <a:prstDash val="solid"/>
            <a:miter lim="800000"/>
            <a:tailEnd type="triangle"/>
          </a:ln>
          <a:effectLst/>
        </p:spPr>
      </p:cxnSp>
      <p:sp>
        <p:nvSpPr>
          <p:cNvPr id="91" name="Rectangle: Rounded Corners 5">
            <a:extLst>
              <a:ext uri="{FF2B5EF4-FFF2-40B4-BE49-F238E27FC236}">
                <a16:creationId xmlns:a16="http://schemas.microsoft.com/office/drawing/2014/main" id="{1CB94F74-E18A-3A77-A9CC-2BC38B8A30E0}"/>
              </a:ext>
            </a:extLst>
          </p:cNvPr>
          <p:cNvSpPr>
            <a:spLocks noChangeAspect="1"/>
          </p:cNvSpPr>
          <p:nvPr/>
        </p:nvSpPr>
        <p:spPr>
          <a:xfrm>
            <a:off x="1709486" y="3638235"/>
            <a:ext cx="968424" cy="367609"/>
          </a:xfrm>
          <a:prstGeom prst="roundRect">
            <a:avLst>
              <a:gd name="adj" fmla="val 6209"/>
            </a:avLst>
          </a:prstGeom>
          <a:solidFill>
            <a:srgbClr val="0D1A33">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Ask Question</a:t>
            </a:r>
            <a:endParaRPr kumimoji="0" lang="ru-RU" sz="1000" b="0" i="0" u="none" strike="noStrike" kern="0" cap="none" spc="0" normalizeH="0" baseline="0" noProof="0" dirty="0">
              <a:ln>
                <a:noFill/>
              </a:ln>
              <a:solidFill>
                <a:srgbClr val="FFFFFF"/>
              </a:solidFill>
              <a:effectLst/>
              <a:uLnTx/>
              <a:uFillTx/>
            </a:endParaRPr>
          </a:p>
        </p:txBody>
      </p:sp>
      <p:sp>
        <p:nvSpPr>
          <p:cNvPr id="92" name="Rectangle: Rounded Corners 5">
            <a:extLst>
              <a:ext uri="{FF2B5EF4-FFF2-40B4-BE49-F238E27FC236}">
                <a16:creationId xmlns:a16="http://schemas.microsoft.com/office/drawing/2014/main" id="{06070A09-AC35-852D-0940-9F03FE713525}"/>
              </a:ext>
            </a:extLst>
          </p:cNvPr>
          <p:cNvSpPr>
            <a:spLocks noChangeAspect="1"/>
          </p:cNvSpPr>
          <p:nvPr/>
        </p:nvSpPr>
        <p:spPr>
          <a:xfrm>
            <a:off x="2900057" y="3638235"/>
            <a:ext cx="1334781" cy="367609"/>
          </a:xfrm>
          <a:prstGeom prst="roundRect">
            <a:avLst>
              <a:gd name="adj" fmla="val 6209"/>
            </a:avLst>
          </a:prstGeom>
          <a:solidFill>
            <a:srgbClr val="33CCFF">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8BFF2">
                    <a:lumMod val="40000"/>
                    <a:lumOff val="60000"/>
                  </a:srgbClr>
                </a:solidFill>
                <a:effectLst/>
                <a:uLnTx/>
                <a:uFillTx/>
              </a:rPr>
              <a:t>AI Assistant</a:t>
            </a:r>
            <a:endParaRPr kumimoji="0" lang="ru-RU" sz="1100" b="0" i="0" u="none" strike="noStrike" kern="0" cap="none" spc="0" normalizeH="0" baseline="0" noProof="0" dirty="0">
              <a:ln>
                <a:noFill/>
              </a:ln>
              <a:solidFill>
                <a:srgbClr val="18BFF2">
                  <a:lumMod val="40000"/>
                  <a:lumOff val="60000"/>
                </a:srgbClr>
              </a:solidFill>
              <a:effectLst/>
              <a:uLnTx/>
              <a:uFillTx/>
            </a:endParaRPr>
          </a:p>
        </p:txBody>
      </p:sp>
      <p:cxnSp>
        <p:nvCxnSpPr>
          <p:cNvPr id="93" name="Straight Arrow Connector 92">
            <a:extLst>
              <a:ext uri="{FF2B5EF4-FFF2-40B4-BE49-F238E27FC236}">
                <a16:creationId xmlns:a16="http://schemas.microsoft.com/office/drawing/2014/main" id="{A664D296-C07F-0919-117E-4F219ECCB7F8}"/>
              </a:ext>
            </a:extLst>
          </p:cNvPr>
          <p:cNvCxnSpPr>
            <a:cxnSpLocks/>
            <a:stCxn id="91" idx="3"/>
            <a:endCxn id="92" idx="1"/>
          </p:cNvCxnSpPr>
          <p:nvPr/>
        </p:nvCxnSpPr>
        <p:spPr>
          <a:xfrm>
            <a:off x="2677910" y="3822040"/>
            <a:ext cx="222147" cy="0"/>
          </a:xfrm>
          <a:prstGeom prst="straightConnector1">
            <a:avLst/>
          </a:prstGeom>
          <a:noFill/>
          <a:ln w="6350" cap="flat" cmpd="sng" algn="ctr">
            <a:solidFill>
              <a:srgbClr val="33CCFF">
                <a:lumMod val="50000"/>
              </a:srgbClr>
            </a:solidFill>
            <a:prstDash val="solid"/>
            <a:miter lim="800000"/>
            <a:tailEnd type="triangle"/>
          </a:ln>
          <a:effectLst/>
        </p:spPr>
      </p:cxnSp>
      <p:cxnSp>
        <p:nvCxnSpPr>
          <p:cNvPr id="94" name="Connector: Elbow 93">
            <a:extLst>
              <a:ext uri="{FF2B5EF4-FFF2-40B4-BE49-F238E27FC236}">
                <a16:creationId xmlns:a16="http://schemas.microsoft.com/office/drawing/2014/main" id="{8AF12C58-E6AF-EB9D-D12B-266EAA453B64}"/>
              </a:ext>
            </a:extLst>
          </p:cNvPr>
          <p:cNvCxnSpPr>
            <a:cxnSpLocks/>
            <a:stCxn id="83" idx="3"/>
            <a:endCxn id="88" idx="1"/>
          </p:cNvCxnSpPr>
          <p:nvPr/>
        </p:nvCxnSpPr>
        <p:spPr>
          <a:xfrm flipV="1">
            <a:off x="1173895" y="2705195"/>
            <a:ext cx="535591" cy="858814"/>
          </a:xfrm>
          <a:prstGeom prst="bentConnector3">
            <a:avLst>
              <a:gd name="adj1" fmla="val 50000"/>
            </a:avLst>
          </a:prstGeom>
          <a:noFill/>
          <a:ln w="6350" cap="flat" cmpd="sng" algn="ctr">
            <a:solidFill>
              <a:srgbClr val="33CCFF">
                <a:lumMod val="50000"/>
              </a:srgbClr>
            </a:solidFill>
            <a:prstDash val="solid"/>
            <a:miter lim="800000"/>
            <a:tailEnd type="triangle"/>
          </a:ln>
          <a:effectLst/>
        </p:spPr>
      </p:cxnSp>
      <p:cxnSp>
        <p:nvCxnSpPr>
          <p:cNvPr id="95" name="Connector: Elbow 94">
            <a:extLst>
              <a:ext uri="{FF2B5EF4-FFF2-40B4-BE49-F238E27FC236}">
                <a16:creationId xmlns:a16="http://schemas.microsoft.com/office/drawing/2014/main" id="{7D6765B6-4FF4-0C66-4BAC-41E541853FCF}"/>
              </a:ext>
            </a:extLst>
          </p:cNvPr>
          <p:cNvCxnSpPr>
            <a:cxnSpLocks/>
            <a:stCxn id="83" idx="3"/>
            <a:endCxn id="60" idx="1"/>
          </p:cNvCxnSpPr>
          <p:nvPr/>
        </p:nvCxnSpPr>
        <p:spPr>
          <a:xfrm flipV="1">
            <a:off x="1173895" y="1588351"/>
            <a:ext cx="535591" cy="1975658"/>
          </a:xfrm>
          <a:prstGeom prst="bentConnector3">
            <a:avLst>
              <a:gd name="adj1" fmla="val 50000"/>
            </a:avLst>
          </a:prstGeom>
          <a:noFill/>
          <a:ln w="6350" cap="flat" cmpd="sng" algn="ctr">
            <a:solidFill>
              <a:srgbClr val="33CCFF">
                <a:lumMod val="50000"/>
              </a:srgbClr>
            </a:solidFill>
            <a:prstDash val="solid"/>
            <a:miter lim="800000"/>
            <a:tailEnd type="triangle"/>
          </a:ln>
          <a:effectLst/>
        </p:spPr>
      </p:cxnSp>
      <p:cxnSp>
        <p:nvCxnSpPr>
          <p:cNvPr id="96" name="Connector: Elbow 95">
            <a:extLst>
              <a:ext uri="{FF2B5EF4-FFF2-40B4-BE49-F238E27FC236}">
                <a16:creationId xmlns:a16="http://schemas.microsoft.com/office/drawing/2014/main" id="{D9D7D68D-2A02-2A1F-4643-89055120C284}"/>
              </a:ext>
            </a:extLst>
          </p:cNvPr>
          <p:cNvCxnSpPr>
            <a:cxnSpLocks/>
            <a:stCxn id="83" idx="3"/>
            <a:endCxn id="84" idx="1"/>
          </p:cNvCxnSpPr>
          <p:nvPr/>
        </p:nvCxnSpPr>
        <p:spPr>
          <a:xfrm flipV="1">
            <a:off x="1173895" y="2146773"/>
            <a:ext cx="537606" cy="1417236"/>
          </a:xfrm>
          <a:prstGeom prst="bentConnector3">
            <a:avLst>
              <a:gd name="adj1" fmla="val 50000"/>
            </a:avLst>
          </a:prstGeom>
          <a:noFill/>
          <a:ln w="6350" cap="flat" cmpd="sng" algn="ctr">
            <a:solidFill>
              <a:srgbClr val="33CCFF">
                <a:lumMod val="50000"/>
              </a:srgbClr>
            </a:solidFill>
            <a:prstDash val="solid"/>
            <a:miter lim="800000"/>
            <a:tailEnd type="triangle"/>
          </a:ln>
          <a:effectLst/>
        </p:spPr>
      </p:cxnSp>
      <p:sp>
        <p:nvSpPr>
          <p:cNvPr id="97" name="Rectangle: Rounded Corners 15">
            <a:extLst>
              <a:ext uri="{FF2B5EF4-FFF2-40B4-BE49-F238E27FC236}">
                <a16:creationId xmlns:a16="http://schemas.microsoft.com/office/drawing/2014/main" id="{AA0ADE50-7E64-03AE-1C09-4358C3D63E01}"/>
              </a:ext>
            </a:extLst>
          </p:cNvPr>
          <p:cNvSpPr>
            <a:spLocks noChangeAspect="1"/>
          </p:cNvSpPr>
          <p:nvPr/>
        </p:nvSpPr>
        <p:spPr>
          <a:xfrm>
            <a:off x="5076501" y="3637622"/>
            <a:ext cx="1337745" cy="368222"/>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dirty="0">
                <a:ln>
                  <a:noFill/>
                </a:ln>
                <a:solidFill>
                  <a:srgbClr val="FFFFFF"/>
                </a:solidFill>
                <a:effectLst/>
                <a:uLnTx/>
                <a:uFillTx/>
              </a:rPr>
              <a:t>…Future Providers</a:t>
            </a:r>
            <a:endParaRPr kumimoji="0" lang="ru-RU" sz="1000" b="0" i="1" u="none" strike="noStrike" kern="0" cap="none" spc="0" normalizeH="0" baseline="0" noProof="0" dirty="0">
              <a:ln>
                <a:noFill/>
              </a:ln>
              <a:solidFill>
                <a:srgbClr val="FFFFFF"/>
              </a:solidFill>
              <a:effectLst/>
              <a:uLnTx/>
              <a:uFillTx/>
            </a:endParaRPr>
          </a:p>
        </p:txBody>
      </p:sp>
      <p:cxnSp>
        <p:nvCxnSpPr>
          <p:cNvPr id="98" name="Straight Arrow Connector 97">
            <a:extLst>
              <a:ext uri="{FF2B5EF4-FFF2-40B4-BE49-F238E27FC236}">
                <a16:creationId xmlns:a16="http://schemas.microsoft.com/office/drawing/2014/main" id="{E749AA30-551B-3CDA-E6D2-530299D7C2CF}"/>
              </a:ext>
            </a:extLst>
          </p:cNvPr>
          <p:cNvCxnSpPr>
            <a:cxnSpLocks/>
            <a:stCxn id="57" idx="3"/>
            <a:endCxn id="64" idx="1"/>
          </p:cNvCxnSpPr>
          <p:nvPr/>
        </p:nvCxnSpPr>
        <p:spPr>
          <a:xfrm flipV="1">
            <a:off x="6666839" y="2571581"/>
            <a:ext cx="325282" cy="170"/>
          </a:xfrm>
          <a:prstGeom prst="straightConnector1">
            <a:avLst/>
          </a:prstGeom>
          <a:noFill/>
          <a:ln w="6350" cap="flat" cmpd="sng" algn="ctr">
            <a:solidFill>
              <a:srgbClr val="33CCFF">
                <a:lumMod val="50000"/>
              </a:srgbClr>
            </a:solidFill>
            <a:prstDash val="solid"/>
            <a:miter lim="800000"/>
            <a:headEnd type="triangle" w="med" len="med"/>
            <a:tailEnd type="triangle" w="med" len="med"/>
          </a:ln>
          <a:effectLst/>
        </p:spPr>
      </p:cxnSp>
      <p:cxnSp>
        <p:nvCxnSpPr>
          <p:cNvPr id="99" name="Straight Arrow Connector 98">
            <a:extLst>
              <a:ext uri="{FF2B5EF4-FFF2-40B4-BE49-F238E27FC236}">
                <a16:creationId xmlns:a16="http://schemas.microsoft.com/office/drawing/2014/main" id="{12637DAF-162E-80D5-203E-239CADA1FF19}"/>
              </a:ext>
            </a:extLst>
          </p:cNvPr>
          <p:cNvCxnSpPr>
            <a:cxnSpLocks/>
            <a:stCxn id="58" idx="0"/>
            <a:endCxn id="62" idx="2"/>
          </p:cNvCxnSpPr>
          <p:nvPr/>
        </p:nvCxnSpPr>
        <p:spPr>
          <a:xfrm flipH="1" flipV="1">
            <a:off x="5732577" y="2200315"/>
            <a:ext cx="2481" cy="250826"/>
          </a:xfrm>
          <a:prstGeom prst="straightConnector1">
            <a:avLst/>
          </a:prstGeom>
          <a:noFill/>
          <a:ln w="6350" cap="flat" cmpd="sng" algn="ctr">
            <a:solidFill>
              <a:srgbClr val="33CCFF">
                <a:lumMod val="50000"/>
              </a:srgbClr>
            </a:solidFill>
            <a:prstDash val="solid"/>
            <a:miter lim="800000"/>
            <a:headEnd type="triangle" w="med" len="med"/>
            <a:tailEnd type="triangle" w="med" len="med"/>
          </a:ln>
          <a:effectLst/>
        </p:spPr>
      </p:cxnSp>
      <p:sp>
        <p:nvSpPr>
          <p:cNvPr id="100" name="Rectangle: Rounded Corners 15">
            <a:extLst>
              <a:ext uri="{FF2B5EF4-FFF2-40B4-BE49-F238E27FC236}">
                <a16:creationId xmlns:a16="http://schemas.microsoft.com/office/drawing/2014/main" id="{118F5C7B-809F-D182-F9E6-0557F351408F}"/>
              </a:ext>
            </a:extLst>
          </p:cNvPr>
          <p:cNvSpPr>
            <a:spLocks noChangeAspect="1"/>
          </p:cNvSpPr>
          <p:nvPr/>
        </p:nvSpPr>
        <p:spPr>
          <a:xfrm>
            <a:off x="5076501" y="3195787"/>
            <a:ext cx="1337745" cy="368222"/>
          </a:xfrm>
          <a:prstGeom prst="roundRect">
            <a:avLst/>
          </a:prstGeom>
          <a:solidFill>
            <a:srgbClr val="091B33"/>
          </a:solidFill>
          <a:ln w="12700" cap="flat" cmpd="sng" algn="ctr">
            <a:solidFill>
              <a:srgbClr val="091B33"/>
            </a:solidFill>
            <a:prstDash val="solid"/>
            <a:miter lim="800000"/>
          </a:ln>
          <a:effectLst/>
        </p:spPr>
        <p:txBody>
          <a:bodyPr lIns="45720" tIns="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MCP Service*</a:t>
            </a:r>
            <a:endParaRPr kumimoji="0" lang="ru-RU" sz="1000" b="0" i="0" u="none" strike="noStrike" kern="0" cap="none" spc="0" normalizeH="0" baseline="0" noProof="0" dirty="0">
              <a:ln>
                <a:noFill/>
              </a:ln>
              <a:solidFill>
                <a:srgbClr val="FFFFFF"/>
              </a:solidFill>
              <a:effectLst/>
              <a:uLnTx/>
              <a:uFillTx/>
            </a:endParaRPr>
          </a:p>
        </p:txBody>
      </p:sp>
      <p:sp>
        <p:nvSpPr>
          <p:cNvPr id="101" name="Rectangle: Rounded Corners 5">
            <a:extLst>
              <a:ext uri="{FF2B5EF4-FFF2-40B4-BE49-F238E27FC236}">
                <a16:creationId xmlns:a16="http://schemas.microsoft.com/office/drawing/2014/main" id="{7C3A066E-5D3A-4AA5-B8C8-11C67EBF77A4}"/>
              </a:ext>
            </a:extLst>
          </p:cNvPr>
          <p:cNvSpPr>
            <a:spLocks noChangeAspect="1"/>
          </p:cNvSpPr>
          <p:nvPr/>
        </p:nvSpPr>
        <p:spPr>
          <a:xfrm>
            <a:off x="1709486" y="3079812"/>
            <a:ext cx="968424" cy="367609"/>
          </a:xfrm>
          <a:prstGeom prst="roundRect">
            <a:avLst>
              <a:gd name="adj" fmla="val 6209"/>
            </a:avLst>
          </a:prstGeom>
          <a:solidFill>
            <a:srgbClr val="0D1A33">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rPr>
              <a:t>Initiate action</a:t>
            </a:r>
            <a:endParaRPr kumimoji="0" lang="ru-RU" sz="1000" b="0" i="0" u="none" strike="noStrike" kern="0" cap="none" spc="0" normalizeH="0" baseline="0" noProof="0" dirty="0">
              <a:ln>
                <a:noFill/>
              </a:ln>
              <a:solidFill>
                <a:srgbClr val="FFFFFF"/>
              </a:solidFill>
              <a:effectLst/>
              <a:uLnTx/>
              <a:uFillTx/>
            </a:endParaRPr>
          </a:p>
        </p:txBody>
      </p:sp>
      <p:sp>
        <p:nvSpPr>
          <p:cNvPr id="102" name="Rectangle: Rounded Corners 5">
            <a:extLst>
              <a:ext uri="{FF2B5EF4-FFF2-40B4-BE49-F238E27FC236}">
                <a16:creationId xmlns:a16="http://schemas.microsoft.com/office/drawing/2014/main" id="{E954DE22-4E0D-097E-2C7C-51AEE5709123}"/>
              </a:ext>
            </a:extLst>
          </p:cNvPr>
          <p:cNvSpPr>
            <a:spLocks noChangeAspect="1"/>
          </p:cNvSpPr>
          <p:nvPr/>
        </p:nvSpPr>
        <p:spPr>
          <a:xfrm>
            <a:off x="2900057" y="3079812"/>
            <a:ext cx="1334781" cy="367609"/>
          </a:xfrm>
          <a:prstGeom prst="roundRect">
            <a:avLst>
              <a:gd name="adj" fmla="val 6209"/>
            </a:avLst>
          </a:prstGeom>
          <a:solidFill>
            <a:srgbClr val="33CCFF">
              <a:alpha val="46341"/>
            </a:srgbClr>
          </a:solidFill>
          <a:ln w="12700" cap="flat" cmpd="sng" algn="ctr">
            <a:solidFill>
              <a:srgbClr val="798799">
                <a:lumMod val="75000"/>
              </a:srgbClr>
            </a:solidFill>
            <a:prstDash val="sysDot"/>
            <a:miter lim="800000"/>
          </a:ln>
          <a:effectLst/>
        </p:spPr>
        <p:txBody>
          <a:bodyPr lIns="45720" r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8BFF2">
                    <a:lumMod val="40000"/>
                    <a:lumOff val="60000"/>
                  </a:srgbClr>
                </a:solidFill>
                <a:effectLst/>
                <a:uLnTx/>
                <a:uFillTx/>
              </a:rPr>
              <a:t>AI Studio</a:t>
            </a:r>
            <a:endParaRPr kumimoji="0" lang="ru-RU" sz="1100" b="0" i="0" u="none" strike="noStrike" kern="0" cap="none" spc="0" normalizeH="0" baseline="0" noProof="0" dirty="0">
              <a:ln>
                <a:noFill/>
              </a:ln>
              <a:solidFill>
                <a:srgbClr val="18BFF2">
                  <a:lumMod val="40000"/>
                  <a:lumOff val="60000"/>
                </a:srgbClr>
              </a:solidFill>
              <a:effectLst/>
              <a:uLnTx/>
              <a:uFillTx/>
            </a:endParaRPr>
          </a:p>
        </p:txBody>
      </p:sp>
      <p:cxnSp>
        <p:nvCxnSpPr>
          <p:cNvPr id="103" name="Straight Arrow Connector 102">
            <a:extLst>
              <a:ext uri="{FF2B5EF4-FFF2-40B4-BE49-F238E27FC236}">
                <a16:creationId xmlns:a16="http://schemas.microsoft.com/office/drawing/2014/main" id="{6C97C1DF-AA17-428C-5D51-94106F7BF2B1}"/>
              </a:ext>
            </a:extLst>
          </p:cNvPr>
          <p:cNvCxnSpPr>
            <a:cxnSpLocks/>
            <a:stCxn id="101" idx="3"/>
            <a:endCxn id="102" idx="1"/>
          </p:cNvCxnSpPr>
          <p:nvPr/>
        </p:nvCxnSpPr>
        <p:spPr>
          <a:xfrm>
            <a:off x="2677910" y="3263617"/>
            <a:ext cx="222147" cy="0"/>
          </a:xfrm>
          <a:prstGeom prst="straightConnector1">
            <a:avLst/>
          </a:prstGeom>
          <a:noFill/>
          <a:ln w="6350" cap="flat" cmpd="sng" algn="ctr">
            <a:solidFill>
              <a:srgbClr val="33CCFF">
                <a:lumMod val="50000"/>
              </a:srgbClr>
            </a:solidFill>
            <a:prstDash val="solid"/>
            <a:miter lim="800000"/>
            <a:tailEnd type="triangle"/>
          </a:ln>
          <a:effectLst/>
        </p:spPr>
      </p:cxnSp>
      <p:cxnSp>
        <p:nvCxnSpPr>
          <p:cNvPr id="104" name="Connector: Elbow 103">
            <a:extLst>
              <a:ext uri="{FF2B5EF4-FFF2-40B4-BE49-F238E27FC236}">
                <a16:creationId xmlns:a16="http://schemas.microsoft.com/office/drawing/2014/main" id="{66062733-0AF2-3AF8-A772-8F146FDA700D}"/>
              </a:ext>
            </a:extLst>
          </p:cNvPr>
          <p:cNvCxnSpPr>
            <a:cxnSpLocks/>
            <a:stCxn id="59" idx="3"/>
            <a:endCxn id="101" idx="1"/>
          </p:cNvCxnSpPr>
          <p:nvPr/>
        </p:nvCxnSpPr>
        <p:spPr>
          <a:xfrm>
            <a:off x="1175910" y="1898170"/>
            <a:ext cx="533576" cy="1365447"/>
          </a:xfrm>
          <a:prstGeom prst="bentConnector3">
            <a:avLst>
              <a:gd name="adj1" fmla="val 50000"/>
            </a:avLst>
          </a:prstGeom>
          <a:noFill/>
          <a:ln w="6350" cap="flat" cmpd="sng" algn="ctr">
            <a:solidFill>
              <a:srgbClr val="33CCFF">
                <a:lumMod val="50000"/>
              </a:srgbClr>
            </a:solidFill>
            <a:prstDash val="solid"/>
            <a:miter lim="800000"/>
            <a:tailEnd type="triangle"/>
          </a:ln>
          <a:effectLst/>
        </p:spPr>
      </p:cxnSp>
      <p:sp>
        <p:nvSpPr>
          <p:cNvPr id="105" name="TextBox 104">
            <a:extLst>
              <a:ext uri="{FF2B5EF4-FFF2-40B4-BE49-F238E27FC236}">
                <a16:creationId xmlns:a16="http://schemas.microsoft.com/office/drawing/2014/main" id="{EE9AC89B-BCC2-3399-0B85-214AE0D749E7}"/>
              </a:ext>
            </a:extLst>
          </p:cNvPr>
          <p:cNvSpPr txBox="1"/>
          <p:nvPr/>
        </p:nvSpPr>
        <p:spPr>
          <a:xfrm>
            <a:off x="5076501" y="4296675"/>
            <a:ext cx="1383712" cy="21544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rPr>
              <a:t>* development in progress</a:t>
            </a:r>
          </a:p>
        </p:txBody>
      </p:sp>
    </p:spTree>
    <p:extLst>
      <p:ext uri="{BB962C8B-B14F-4D97-AF65-F5344CB8AC3E}">
        <p14:creationId xmlns:p14="http://schemas.microsoft.com/office/powerpoint/2010/main" val="3181154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20F3C-CB96-ECBA-D8BF-4EB836CA8FFA}"/>
              </a:ext>
            </a:extLst>
          </p:cNvPr>
          <p:cNvSpPr>
            <a:spLocks noGrp="1"/>
          </p:cNvSpPr>
          <p:nvPr>
            <p:ph type="title"/>
          </p:nvPr>
        </p:nvSpPr>
        <p:spPr/>
        <p:txBody>
          <a:bodyPr>
            <a:normAutofit/>
          </a:bodyPr>
          <a:lstStyle/>
          <a:p>
            <a:r>
              <a:rPr lang="en-US">
                <a:latin typeface="Arial" panose="020B0604020202020204" pitchFamily="34" charset="0"/>
                <a:cs typeface="Arial" panose="020B0604020202020204" pitchFamily="34" charset="0"/>
              </a:rPr>
              <a:t>Current and Future AI Innovations</a:t>
            </a:r>
            <a:endParaRPr lang="en-US"/>
          </a:p>
        </p:txBody>
      </p:sp>
      <p:sp>
        <p:nvSpPr>
          <p:cNvPr id="6" name="Text Placeholder 2">
            <a:extLst>
              <a:ext uri="{FF2B5EF4-FFF2-40B4-BE49-F238E27FC236}">
                <a16:creationId xmlns:a16="http://schemas.microsoft.com/office/drawing/2014/main" id="{C141F789-FA98-2A66-E1CF-EF598B8A628B}"/>
              </a:ext>
            </a:extLst>
          </p:cNvPr>
          <p:cNvSpPr txBox="1">
            <a:spLocks/>
          </p:cNvSpPr>
          <p:nvPr/>
        </p:nvSpPr>
        <p:spPr>
          <a:xfrm>
            <a:off x="257605" y="907901"/>
            <a:ext cx="2527785" cy="3625273"/>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AP Document Recognition</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Receipt Recognition</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Intelligent Text Completion</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Anomaly Detection</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Related Item Assistant</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AI Studio</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Interactive Assistants</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Automation Agent</a:t>
            </a:r>
          </a:p>
          <a:p>
            <a:pPr marL="0" marR="0" lvl="0" indent="0" algn="r"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1" i="0" u="none" strike="noStrike" kern="1200" cap="none" spc="0" normalizeH="0" baseline="0" noProof="0">
                <a:ln>
                  <a:noFill/>
                </a:ln>
                <a:solidFill>
                  <a:srgbClr val="A9B4C3">
                    <a:lumMod val="20000"/>
                    <a:lumOff val="80000"/>
                  </a:srgbClr>
                </a:solidFill>
                <a:effectLst/>
                <a:uLnTx/>
                <a:uFillTx/>
                <a:latin typeface="Arial" panose="020B0604020202020204" pitchFamily="34" charset="0"/>
                <a:ea typeface="+mn-ea"/>
                <a:cs typeface="Arial" panose="020B0604020202020204" pitchFamily="34" charset="0"/>
              </a:rPr>
              <a:t>AI Connection Services</a:t>
            </a:r>
          </a:p>
        </p:txBody>
      </p:sp>
      <p:sp>
        <p:nvSpPr>
          <p:cNvPr id="7" name="Text Placeholder 2">
            <a:extLst>
              <a:ext uri="{FF2B5EF4-FFF2-40B4-BE49-F238E27FC236}">
                <a16:creationId xmlns:a16="http://schemas.microsoft.com/office/drawing/2014/main" id="{A814FAA8-D47F-FE9B-7B4B-4D660F1506FD}"/>
              </a:ext>
            </a:extLst>
          </p:cNvPr>
          <p:cNvSpPr txBox="1">
            <a:spLocks/>
          </p:cNvSpPr>
          <p:nvPr/>
        </p:nvSpPr>
        <p:spPr>
          <a:xfrm>
            <a:off x="3168708" y="907902"/>
            <a:ext cx="2426749" cy="3625271"/>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Production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(2020 R2)</a:t>
            </a:r>
            <a:endPar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Production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(2020 R1)</a:t>
            </a:r>
            <a:endPar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Production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(2023 R2)</a:t>
            </a:r>
            <a:endPar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0" hangingPunct="1">
              <a:lnSpc>
                <a:spcPct val="175000"/>
              </a:lnSpc>
              <a:spcBef>
                <a:spcPts val="600"/>
              </a:spcBef>
              <a:spcAft>
                <a:spcPts val="0"/>
              </a:spcAft>
              <a:buClrTx/>
              <a:buSzTx/>
              <a:buFontTx/>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Production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(2024 R2)</a:t>
            </a:r>
            <a:endPar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Production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(2025 R2)</a:t>
            </a:r>
            <a:endPar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0" hangingPunct="1">
              <a:lnSpc>
                <a:spcPct val="175000"/>
              </a:lnSpc>
              <a:spcBef>
                <a:spcPts val="600"/>
              </a:spcBef>
              <a:spcAft>
                <a:spcPts val="0"/>
              </a:spcAft>
              <a:buClrTx/>
              <a:buSzTx/>
              <a:buFontTx/>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Production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(2026 R1, MVP 2025 R2)</a:t>
            </a:r>
            <a:endParaRPr kumimoji="0" lang="en-US" sz="10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Progress</a:t>
            </a:r>
            <a:r>
              <a:rPr kumimoji="0" lang="en-US" sz="10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(MVP 2026 R1)</a:t>
            </a:r>
          </a:p>
          <a:p>
            <a:pPr marL="0" marR="0" lvl="0" indent="0" algn="l"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Progress</a:t>
            </a:r>
          </a:p>
          <a:p>
            <a:pPr marL="0" marR="0" lvl="0" indent="0" algn="l" defTabSz="914400" rtl="0" eaLnBrk="1" fontAlgn="auto" latinLnBrk="0" hangingPunct="1">
              <a:lnSpc>
                <a:spcPct val="175000"/>
              </a:lnSpc>
              <a:spcBef>
                <a:spcPts val="60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In Progress </a:t>
            </a:r>
            <a:r>
              <a:rPr kumimoji="0" lang="en-US" sz="80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rPr>
              <a:t>(goal: 2026)</a:t>
            </a:r>
            <a:endParaRPr kumimoji="0" lang="en-US" sz="1350" b="0" i="0" u="none" strike="noStrike" kern="1200" cap="none" spc="0" normalizeH="0" baseline="0" noProof="0" dirty="0">
              <a:ln>
                <a:noFill/>
              </a:ln>
              <a:solidFill>
                <a:srgbClr val="33CCFF"/>
              </a:solidFill>
              <a:effectLst/>
              <a:uLnTx/>
              <a:uFillTx/>
              <a:latin typeface="Arial" panose="020B0604020202020204" pitchFamily="34" charset="0"/>
              <a:ea typeface="+mn-ea"/>
              <a:cs typeface="Arial" panose="020B0604020202020204" pitchFamily="34" charset="0"/>
            </a:endParaRPr>
          </a:p>
        </p:txBody>
      </p:sp>
      <p:cxnSp>
        <p:nvCxnSpPr>
          <p:cNvPr id="8" name="Straight Connector 7">
            <a:extLst>
              <a:ext uri="{FF2B5EF4-FFF2-40B4-BE49-F238E27FC236}">
                <a16:creationId xmlns:a16="http://schemas.microsoft.com/office/drawing/2014/main" id="{54AA3E16-FD0A-314C-231B-C1E9F72242CF}"/>
              </a:ext>
            </a:extLst>
          </p:cNvPr>
          <p:cNvCxnSpPr>
            <a:cxnSpLocks/>
          </p:cNvCxnSpPr>
          <p:nvPr/>
        </p:nvCxnSpPr>
        <p:spPr>
          <a:xfrm>
            <a:off x="2977220" y="3764469"/>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BDCAEE9F-F7FB-1A82-B939-7D3B94EC5151}"/>
              </a:ext>
            </a:extLst>
          </p:cNvPr>
          <p:cNvCxnSpPr>
            <a:cxnSpLocks/>
          </p:cNvCxnSpPr>
          <p:nvPr/>
        </p:nvCxnSpPr>
        <p:spPr>
          <a:xfrm>
            <a:off x="2981673" y="3371662"/>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10" name="Straight Connector 9">
            <a:extLst>
              <a:ext uri="{FF2B5EF4-FFF2-40B4-BE49-F238E27FC236}">
                <a16:creationId xmlns:a16="http://schemas.microsoft.com/office/drawing/2014/main" id="{FB0916C8-DECE-BDE9-4A51-C68F37F3E6E1}"/>
              </a:ext>
            </a:extLst>
          </p:cNvPr>
          <p:cNvCxnSpPr>
            <a:cxnSpLocks/>
          </p:cNvCxnSpPr>
          <p:nvPr/>
        </p:nvCxnSpPr>
        <p:spPr>
          <a:xfrm>
            <a:off x="2981673" y="2995633"/>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11" name="Straight Connector 10">
            <a:extLst>
              <a:ext uri="{FF2B5EF4-FFF2-40B4-BE49-F238E27FC236}">
                <a16:creationId xmlns:a16="http://schemas.microsoft.com/office/drawing/2014/main" id="{C7C2BE51-9E67-B2A1-5433-CC852532A1A3}"/>
              </a:ext>
            </a:extLst>
          </p:cNvPr>
          <p:cNvCxnSpPr>
            <a:cxnSpLocks/>
          </p:cNvCxnSpPr>
          <p:nvPr/>
        </p:nvCxnSpPr>
        <p:spPr>
          <a:xfrm>
            <a:off x="2977220" y="2586048"/>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12" name="Straight Connector 11">
            <a:extLst>
              <a:ext uri="{FF2B5EF4-FFF2-40B4-BE49-F238E27FC236}">
                <a16:creationId xmlns:a16="http://schemas.microsoft.com/office/drawing/2014/main" id="{80E516E7-E67C-275F-9F59-536D57278E80}"/>
              </a:ext>
            </a:extLst>
          </p:cNvPr>
          <p:cNvCxnSpPr>
            <a:cxnSpLocks/>
          </p:cNvCxnSpPr>
          <p:nvPr/>
        </p:nvCxnSpPr>
        <p:spPr>
          <a:xfrm>
            <a:off x="2977220" y="2184852"/>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13" name="Straight Connector 12">
            <a:extLst>
              <a:ext uri="{FF2B5EF4-FFF2-40B4-BE49-F238E27FC236}">
                <a16:creationId xmlns:a16="http://schemas.microsoft.com/office/drawing/2014/main" id="{5DEA1437-C82A-E20C-00F7-A5DCB5B149CF}"/>
              </a:ext>
            </a:extLst>
          </p:cNvPr>
          <p:cNvCxnSpPr>
            <a:cxnSpLocks/>
          </p:cNvCxnSpPr>
          <p:nvPr/>
        </p:nvCxnSpPr>
        <p:spPr>
          <a:xfrm>
            <a:off x="2977220" y="1775267"/>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14" name="Straight Connector 13">
            <a:extLst>
              <a:ext uri="{FF2B5EF4-FFF2-40B4-BE49-F238E27FC236}">
                <a16:creationId xmlns:a16="http://schemas.microsoft.com/office/drawing/2014/main" id="{2B402AA7-4053-82EB-16E9-BFC1B0E8B447}"/>
              </a:ext>
            </a:extLst>
          </p:cNvPr>
          <p:cNvCxnSpPr>
            <a:cxnSpLocks/>
          </p:cNvCxnSpPr>
          <p:nvPr/>
        </p:nvCxnSpPr>
        <p:spPr>
          <a:xfrm>
            <a:off x="2977220" y="1365682"/>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15" name="Straight Connector 14">
            <a:extLst>
              <a:ext uri="{FF2B5EF4-FFF2-40B4-BE49-F238E27FC236}">
                <a16:creationId xmlns:a16="http://schemas.microsoft.com/office/drawing/2014/main" id="{92918D90-1636-D579-685F-A3380AA0E93D}"/>
              </a:ext>
            </a:extLst>
          </p:cNvPr>
          <p:cNvCxnSpPr>
            <a:cxnSpLocks/>
          </p:cNvCxnSpPr>
          <p:nvPr/>
        </p:nvCxnSpPr>
        <p:spPr>
          <a:xfrm>
            <a:off x="2977220" y="989653"/>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8D5742A2-5BCA-989B-17A3-A07BEDB99ACF}"/>
              </a:ext>
            </a:extLst>
          </p:cNvPr>
          <p:cNvCxnSpPr>
            <a:cxnSpLocks/>
          </p:cNvCxnSpPr>
          <p:nvPr/>
        </p:nvCxnSpPr>
        <p:spPr>
          <a:xfrm>
            <a:off x="2977220" y="4148885"/>
            <a:ext cx="0" cy="261967"/>
          </a:xfrm>
          <a:prstGeom prst="line">
            <a:avLst/>
          </a:prstGeom>
          <a:ln w="28575">
            <a:solidFill>
              <a:schemeClr val="accent1"/>
            </a:solidFill>
          </a:ln>
        </p:spPr>
        <p:style>
          <a:lnRef idx="2">
            <a:schemeClr val="accent2"/>
          </a:lnRef>
          <a:fillRef idx="0">
            <a:schemeClr val="accent2"/>
          </a:fillRef>
          <a:effectRef idx="1">
            <a:schemeClr val="accent2"/>
          </a:effectRef>
          <a:fontRef idx="minor">
            <a:schemeClr val="tx1"/>
          </a:fontRef>
        </p:style>
      </p:cxnSp>
      <p:pic>
        <p:nvPicPr>
          <p:cNvPr id="18" name="Picture 17">
            <a:extLst>
              <a:ext uri="{FF2B5EF4-FFF2-40B4-BE49-F238E27FC236}">
                <a16:creationId xmlns:a16="http://schemas.microsoft.com/office/drawing/2014/main" id="{791E65F3-3246-BD31-897A-ACEC0DEC2D32}"/>
              </a:ext>
            </a:extLst>
          </p:cNvPr>
          <p:cNvPicPr>
            <a:picLocks noChangeAspect="1"/>
          </p:cNvPicPr>
          <p:nvPr/>
        </p:nvPicPr>
        <p:blipFill>
          <a:blip r:embed="rId2" cstate="print">
            <a:alphaModFix amt="70000"/>
            <a:extLst>
              <a:ext uri="{28A0092B-C50C-407E-A947-70E740481C1C}">
                <a14:useLocalDpi xmlns:a14="http://schemas.microsoft.com/office/drawing/2010/main" val="0"/>
              </a:ext>
            </a:extLst>
          </a:blip>
          <a:srcRect r="9527"/>
          <a:stretch/>
        </p:blipFill>
        <p:spPr>
          <a:xfrm>
            <a:off x="5533121" y="336652"/>
            <a:ext cx="3214374" cy="3996791"/>
          </a:xfrm>
          <a:prstGeom prst="roundRect">
            <a:avLst>
              <a:gd name="adj" fmla="val 3531"/>
            </a:avLst>
          </a:prstGeom>
        </p:spPr>
      </p:pic>
      <p:pic>
        <p:nvPicPr>
          <p:cNvPr id="19" name="CONTAX Log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6660" y="4645471"/>
            <a:ext cx="1091511" cy="445878"/>
          </a:xfrm>
          <a:prstGeom prst="rect">
            <a:avLst/>
          </a:prstGeom>
        </p:spPr>
      </p:pic>
    </p:spTree>
    <p:extLst>
      <p:ext uri="{BB962C8B-B14F-4D97-AF65-F5344CB8AC3E}">
        <p14:creationId xmlns:p14="http://schemas.microsoft.com/office/powerpoint/2010/main" val="4106661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0A53-D454-C97E-A1D6-5C8A336E2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41EAF-9CB1-BBD7-6C9B-DF7EEB51D231}"/>
              </a:ext>
            </a:extLst>
          </p:cNvPr>
          <p:cNvSpPr>
            <a:spLocks noGrp="1"/>
          </p:cNvSpPr>
          <p:nvPr>
            <p:ph type="title"/>
          </p:nvPr>
        </p:nvSpPr>
        <p:spPr/>
        <p:txBody>
          <a:bodyPr lIns="0" anchor="ctr">
            <a:normAutofit/>
          </a:bodyPr>
          <a:lstStyle/>
          <a:p>
            <a:r>
              <a:rPr lang="en-US"/>
              <a:t>Acumatica AI Vision</a:t>
            </a:r>
          </a:p>
        </p:txBody>
      </p:sp>
      <p:sp>
        <p:nvSpPr>
          <p:cNvPr id="4" name="Rectangle: Rounded Corners 76">
            <a:extLst>
              <a:ext uri="{FF2B5EF4-FFF2-40B4-BE49-F238E27FC236}">
                <a16:creationId xmlns:a16="http://schemas.microsoft.com/office/drawing/2014/main" id="{569C0438-88BA-4B46-95A7-6BBCA8112FE5}"/>
              </a:ext>
            </a:extLst>
          </p:cNvPr>
          <p:cNvSpPr/>
          <p:nvPr/>
        </p:nvSpPr>
        <p:spPr>
          <a:xfrm>
            <a:off x="7299009" y="907523"/>
            <a:ext cx="1553417" cy="3348218"/>
          </a:xfrm>
          <a:prstGeom prst="roundRect">
            <a:avLst>
              <a:gd name="adj" fmla="val 6856"/>
            </a:avLst>
          </a:prstGeom>
          <a:solidFill>
            <a:srgbClr val="003C6B"/>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Rectangle: Rounded Corners 75">
            <a:extLst>
              <a:ext uri="{FF2B5EF4-FFF2-40B4-BE49-F238E27FC236}">
                <a16:creationId xmlns:a16="http://schemas.microsoft.com/office/drawing/2014/main" id="{B7E5ADEB-A257-2CD9-275F-1BEEE8D951E5}"/>
              </a:ext>
            </a:extLst>
          </p:cNvPr>
          <p:cNvSpPr/>
          <p:nvPr/>
        </p:nvSpPr>
        <p:spPr>
          <a:xfrm>
            <a:off x="5448693" y="1064487"/>
            <a:ext cx="1507296" cy="2955063"/>
          </a:xfrm>
          <a:prstGeom prst="roundRect">
            <a:avLst>
              <a:gd name="adj" fmla="val 5630"/>
            </a:avLst>
          </a:prstGeom>
          <a:solidFill>
            <a:srgbClr val="003C6B"/>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Rectangle: Rounded Corners 72">
            <a:extLst>
              <a:ext uri="{FF2B5EF4-FFF2-40B4-BE49-F238E27FC236}">
                <a16:creationId xmlns:a16="http://schemas.microsoft.com/office/drawing/2014/main" id="{B335466B-850C-BACE-4728-CFE3E672B404}"/>
              </a:ext>
            </a:extLst>
          </p:cNvPr>
          <p:cNvSpPr/>
          <p:nvPr/>
        </p:nvSpPr>
        <p:spPr>
          <a:xfrm>
            <a:off x="3623113" y="1235816"/>
            <a:ext cx="1416344" cy="2671867"/>
          </a:xfrm>
          <a:prstGeom prst="roundRect">
            <a:avLst>
              <a:gd name="adj" fmla="val 7252"/>
            </a:avLst>
          </a:prstGeom>
          <a:solidFill>
            <a:srgbClr val="003C6B"/>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Rounded Corners 71">
            <a:extLst>
              <a:ext uri="{FF2B5EF4-FFF2-40B4-BE49-F238E27FC236}">
                <a16:creationId xmlns:a16="http://schemas.microsoft.com/office/drawing/2014/main" id="{68F403F7-A39B-35DC-BE0B-6F8C34DC6AE5}"/>
              </a:ext>
            </a:extLst>
          </p:cNvPr>
          <p:cNvSpPr/>
          <p:nvPr/>
        </p:nvSpPr>
        <p:spPr>
          <a:xfrm>
            <a:off x="1952593" y="1392274"/>
            <a:ext cx="1345739" cy="2358953"/>
          </a:xfrm>
          <a:prstGeom prst="roundRect">
            <a:avLst>
              <a:gd name="adj" fmla="val 8174"/>
            </a:avLst>
          </a:prstGeom>
          <a:solidFill>
            <a:srgbClr val="003C6B"/>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Rectangle: Rounded Corners 70">
            <a:extLst>
              <a:ext uri="{FF2B5EF4-FFF2-40B4-BE49-F238E27FC236}">
                <a16:creationId xmlns:a16="http://schemas.microsoft.com/office/drawing/2014/main" id="{B78BF604-630C-568B-2707-98031978AC76}"/>
              </a:ext>
            </a:extLst>
          </p:cNvPr>
          <p:cNvSpPr/>
          <p:nvPr/>
        </p:nvSpPr>
        <p:spPr>
          <a:xfrm>
            <a:off x="284884" y="1512541"/>
            <a:ext cx="1345739" cy="2163630"/>
          </a:xfrm>
          <a:prstGeom prst="roundRect">
            <a:avLst>
              <a:gd name="adj" fmla="val 6330"/>
            </a:avLst>
          </a:prstGeom>
          <a:solidFill>
            <a:srgbClr val="003C6B"/>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TextBox 19">
            <a:extLst>
              <a:ext uri="{FF2B5EF4-FFF2-40B4-BE49-F238E27FC236}">
                <a16:creationId xmlns:a16="http://schemas.microsoft.com/office/drawing/2014/main" id="{7C3E9BC9-20F1-94B5-1050-DCFFD4EB4E98}"/>
              </a:ext>
            </a:extLst>
          </p:cNvPr>
          <p:cNvSpPr txBox="1"/>
          <p:nvPr/>
        </p:nvSpPr>
        <p:spPr>
          <a:xfrm>
            <a:off x="336434" y="2297376"/>
            <a:ext cx="1283679" cy="923330"/>
          </a:xfrm>
          <a:prstGeom prst="rect">
            <a:avLst/>
          </a:prstGeom>
          <a:noFill/>
        </p:spPr>
        <p:txBody>
          <a:bodyPr wrap="square">
            <a:spAutoFit/>
          </a:bodyPr>
          <a:lstStyle/>
          <a:p>
            <a:r>
              <a:rPr lang="en-US" sz="900">
                <a:solidFill>
                  <a:schemeClr val="bg1">
                    <a:lumMod val="85000"/>
                  </a:schemeClr>
                </a:solidFill>
              </a:rPr>
              <a:t>AI expert integrated into the support portal and product to provide instant, expert-level guidance and troubleshooting.</a:t>
            </a:r>
          </a:p>
        </p:txBody>
      </p:sp>
      <p:sp>
        <p:nvSpPr>
          <p:cNvPr id="21" name="Text Placeholder 2">
            <a:extLst>
              <a:ext uri="{FF2B5EF4-FFF2-40B4-BE49-F238E27FC236}">
                <a16:creationId xmlns:a16="http://schemas.microsoft.com/office/drawing/2014/main" id="{24F73CDC-C926-C79E-49A5-823CE09E8B9B}"/>
              </a:ext>
            </a:extLst>
          </p:cNvPr>
          <p:cNvSpPr txBox="1">
            <a:spLocks/>
          </p:cNvSpPr>
          <p:nvPr/>
        </p:nvSpPr>
        <p:spPr>
          <a:xfrm>
            <a:off x="2150169" y="1872507"/>
            <a:ext cx="924468" cy="500576"/>
          </a:xfrm>
          <a:prstGeom prst="rect">
            <a:avLst/>
          </a:prstGeom>
        </p:spPr>
        <p:txBody>
          <a:bodyPr lIns="0" tIns="0" rIns="91440" bIns="45720" anchor="t" anchorCtr="0">
            <a:normAutofit/>
          </a:bodyPr>
          <a:lstStyle>
            <a:lvl1pPr marL="228600" indent="-228600" algn="l" defTabSz="685800" rtl="0" eaLnBrk="1" latinLnBrk="0" hangingPunct="1">
              <a:lnSpc>
                <a:spcPct val="100000"/>
              </a:lnSpc>
              <a:spcBef>
                <a:spcPts val="1200"/>
              </a:spcBef>
              <a:spcAft>
                <a:spcPts val="200"/>
              </a:spcAft>
              <a:buSzPct val="90000"/>
              <a:buFont typeface="Wingdings" charset="2"/>
              <a:buChar char="§"/>
              <a:defRPr sz="2000" kern="1200">
                <a:solidFill>
                  <a:schemeClr val="tx2"/>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Wingdings" charset="2"/>
              <a:buChar char="§"/>
              <a:defRPr sz="1800" kern="1200">
                <a:solidFill>
                  <a:schemeClr val="tx2"/>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Wingdings" charset="2"/>
              <a:buChar char="§"/>
              <a:defRPr sz="1600" kern="1200">
                <a:solidFill>
                  <a:schemeClr val="tx2"/>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Char char="§"/>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0"/>
              </a:spcAft>
              <a:buNone/>
            </a:pPr>
            <a:r>
              <a:rPr lang="en-US" sz="1100" b="1">
                <a:solidFill>
                  <a:schemeClr val="bg1"/>
                </a:solidFill>
                <a:latin typeface="Arial" panose="020B0604020202020204" pitchFamily="34" charset="0"/>
                <a:ea typeface="Roboto" panose="02000000000000000000" pitchFamily="2" charset="0"/>
                <a:cs typeface="Arial" panose="020B0604020202020204" pitchFamily="34" charset="0"/>
              </a:rPr>
              <a:t>Interactive </a:t>
            </a:r>
          </a:p>
          <a:p>
            <a:pPr marL="0" indent="0">
              <a:spcBef>
                <a:spcPts val="0"/>
              </a:spcBef>
              <a:spcAft>
                <a:spcPts val="0"/>
              </a:spcAft>
              <a:buNone/>
            </a:pPr>
            <a:r>
              <a:rPr lang="en-US" sz="1100" b="1">
                <a:solidFill>
                  <a:schemeClr val="bg1"/>
                </a:solidFill>
                <a:latin typeface="Arial" panose="020B0604020202020204" pitchFamily="34" charset="0"/>
                <a:ea typeface="Roboto" panose="02000000000000000000" pitchFamily="2" charset="0"/>
                <a:cs typeface="Arial" panose="020B0604020202020204" pitchFamily="34" charset="0"/>
              </a:rPr>
              <a:t>Assistant</a:t>
            </a:r>
          </a:p>
        </p:txBody>
      </p:sp>
      <p:sp>
        <p:nvSpPr>
          <p:cNvPr id="33" name="Graphic 19">
            <a:extLst>
              <a:ext uri="{FF2B5EF4-FFF2-40B4-BE49-F238E27FC236}">
                <a16:creationId xmlns:a16="http://schemas.microsoft.com/office/drawing/2014/main" id="{54147FA3-6724-597E-CFCC-087D0D4F91AE}"/>
              </a:ext>
            </a:extLst>
          </p:cNvPr>
          <p:cNvSpPr>
            <a:spLocks noChangeAspect="1"/>
          </p:cNvSpPr>
          <p:nvPr/>
        </p:nvSpPr>
        <p:spPr>
          <a:xfrm>
            <a:off x="1693563" y="2545473"/>
            <a:ext cx="182880" cy="182880"/>
          </a:xfrm>
          <a:custGeom>
            <a:avLst/>
            <a:gdLst>
              <a:gd name="connsiteX0" fmla="*/ 226219 w 452437"/>
              <a:gd name="connsiteY0" fmla="*/ 452438 h 452437"/>
              <a:gd name="connsiteX1" fmla="*/ 137827 w 452437"/>
              <a:gd name="connsiteY1" fmla="*/ 434531 h 452437"/>
              <a:gd name="connsiteX2" fmla="*/ 66104 w 452437"/>
              <a:gd name="connsiteY2" fmla="*/ 386048 h 452437"/>
              <a:gd name="connsiteX3" fmla="*/ 17907 w 452437"/>
              <a:gd name="connsiteY3" fmla="*/ 314325 h 452437"/>
              <a:gd name="connsiteX4" fmla="*/ 0 w 452437"/>
              <a:gd name="connsiteY4" fmla="*/ 226219 h 452437"/>
              <a:gd name="connsiteX5" fmla="*/ 17907 w 452437"/>
              <a:gd name="connsiteY5" fmla="*/ 137827 h 452437"/>
              <a:gd name="connsiteX6" fmla="*/ 66389 w 452437"/>
              <a:gd name="connsiteY6" fmla="*/ 66104 h 452437"/>
              <a:gd name="connsiteX7" fmla="*/ 138113 w 452437"/>
              <a:gd name="connsiteY7" fmla="*/ 17907 h 452437"/>
              <a:gd name="connsiteX8" fmla="*/ 226219 w 452437"/>
              <a:gd name="connsiteY8" fmla="*/ 0 h 452437"/>
              <a:gd name="connsiteX9" fmla="*/ 314611 w 452437"/>
              <a:gd name="connsiteY9" fmla="*/ 17907 h 452437"/>
              <a:gd name="connsiteX10" fmla="*/ 386334 w 452437"/>
              <a:gd name="connsiteY10" fmla="*/ 66389 h 452437"/>
              <a:gd name="connsiteX11" fmla="*/ 434531 w 452437"/>
              <a:gd name="connsiteY11" fmla="*/ 138113 h 452437"/>
              <a:gd name="connsiteX12" fmla="*/ 452438 w 452437"/>
              <a:gd name="connsiteY12" fmla="*/ 226219 h 452437"/>
              <a:gd name="connsiteX13" fmla="*/ 434531 w 452437"/>
              <a:gd name="connsiteY13" fmla="*/ 314611 h 452437"/>
              <a:gd name="connsiteX14" fmla="*/ 386048 w 452437"/>
              <a:gd name="connsiteY14" fmla="*/ 386334 h 452437"/>
              <a:gd name="connsiteX15" fmla="*/ 314325 w 452437"/>
              <a:gd name="connsiteY15" fmla="*/ 434531 h 452437"/>
              <a:gd name="connsiteX16" fmla="*/ 226219 w 452437"/>
              <a:gd name="connsiteY16" fmla="*/ 452438 h 452437"/>
              <a:gd name="connsiteX17" fmla="*/ 250603 w 452437"/>
              <a:gd name="connsiteY17" fmla="*/ 226219 h 452437"/>
              <a:gd name="connsiteX18" fmla="*/ 189833 w 452437"/>
              <a:gd name="connsiteY18" fmla="*/ 286988 h 452437"/>
              <a:gd name="connsiteX19" fmla="*/ 185071 w 452437"/>
              <a:gd name="connsiteY19" fmla="*/ 299180 h 452437"/>
              <a:gd name="connsiteX20" fmla="*/ 189833 w 452437"/>
              <a:gd name="connsiteY20" fmla="*/ 311944 h 452437"/>
              <a:gd name="connsiteX21" fmla="*/ 202597 w 452437"/>
              <a:gd name="connsiteY21" fmla="*/ 317278 h 452437"/>
              <a:gd name="connsiteX22" fmla="*/ 215360 w 452437"/>
              <a:gd name="connsiteY22" fmla="*/ 311944 h 452437"/>
              <a:gd name="connsiteX23" fmla="*/ 285655 w 452437"/>
              <a:gd name="connsiteY23" fmla="*/ 241078 h 452437"/>
              <a:gd name="connsiteX24" fmla="*/ 292227 w 452437"/>
              <a:gd name="connsiteY24" fmla="*/ 226219 h 452437"/>
              <a:gd name="connsiteX25" fmla="*/ 285655 w 452437"/>
              <a:gd name="connsiteY25" fmla="*/ 211360 h 452437"/>
              <a:gd name="connsiteX26" fmla="*/ 214789 w 452437"/>
              <a:gd name="connsiteY26" fmla="*/ 139922 h 452437"/>
              <a:gd name="connsiteX27" fmla="*/ 202311 w 452437"/>
              <a:gd name="connsiteY27" fmla="*/ 134874 h 452437"/>
              <a:gd name="connsiteX28" fmla="*/ 189833 w 452437"/>
              <a:gd name="connsiteY28" fmla="*/ 140494 h 452437"/>
              <a:gd name="connsiteX29" fmla="*/ 184785 w 452437"/>
              <a:gd name="connsiteY29" fmla="*/ 152972 h 452437"/>
              <a:gd name="connsiteX30" fmla="*/ 189833 w 452437"/>
              <a:gd name="connsiteY30" fmla="*/ 165449 h 452437"/>
              <a:gd name="connsiteX31" fmla="*/ 250603 w 452437"/>
              <a:gd name="connsiteY31" fmla="*/ 226219 h 45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52437" h="452437">
                <a:moveTo>
                  <a:pt x="226219" y="452438"/>
                </a:moveTo>
                <a:cubicBezTo>
                  <a:pt x="194881" y="452438"/>
                  <a:pt x="165354" y="446532"/>
                  <a:pt x="137827" y="434531"/>
                </a:cubicBezTo>
                <a:cubicBezTo>
                  <a:pt x="110204" y="422624"/>
                  <a:pt x="86297" y="406432"/>
                  <a:pt x="66104" y="386048"/>
                </a:cubicBezTo>
                <a:cubicBezTo>
                  <a:pt x="45911" y="365570"/>
                  <a:pt x="29813" y="341662"/>
                  <a:pt x="17907" y="314325"/>
                </a:cubicBezTo>
                <a:cubicBezTo>
                  <a:pt x="6001" y="286988"/>
                  <a:pt x="0" y="257556"/>
                  <a:pt x="0" y="226219"/>
                </a:cubicBezTo>
                <a:cubicBezTo>
                  <a:pt x="0" y="194881"/>
                  <a:pt x="5906" y="165449"/>
                  <a:pt x="17907" y="137827"/>
                </a:cubicBezTo>
                <a:cubicBezTo>
                  <a:pt x="29813" y="110204"/>
                  <a:pt x="46006" y="86297"/>
                  <a:pt x="66389" y="66104"/>
                </a:cubicBezTo>
                <a:cubicBezTo>
                  <a:pt x="86868" y="45911"/>
                  <a:pt x="110776" y="29813"/>
                  <a:pt x="138113" y="17907"/>
                </a:cubicBezTo>
                <a:cubicBezTo>
                  <a:pt x="165449" y="6001"/>
                  <a:pt x="194881" y="0"/>
                  <a:pt x="226219" y="0"/>
                </a:cubicBezTo>
                <a:cubicBezTo>
                  <a:pt x="257556" y="0"/>
                  <a:pt x="286988" y="5906"/>
                  <a:pt x="314611" y="17907"/>
                </a:cubicBezTo>
                <a:cubicBezTo>
                  <a:pt x="342233" y="29813"/>
                  <a:pt x="366141" y="46006"/>
                  <a:pt x="386334" y="66389"/>
                </a:cubicBezTo>
                <a:cubicBezTo>
                  <a:pt x="406527" y="86868"/>
                  <a:pt x="422624" y="110776"/>
                  <a:pt x="434531" y="138113"/>
                </a:cubicBezTo>
                <a:cubicBezTo>
                  <a:pt x="446437" y="165449"/>
                  <a:pt x="452438" y="194881"/>
                  <a:pt x="452438" y="226219"/>
                </a:cubicBezTo>
                <a:cubicBezTo>
                  <a:pt x="452438" y="257556"/>
                  <a:pt x="446532" y="287084"/>
                  <a:pt x="434531" y="314611"/>
                </a:cubicBezTo>
                <a:cubicBezTo>
                  <a:pt x="422624" y="342233"/>
                  <a:pt x="406432" y="366141"/>
                  <a:pt x="386048" y="386334"/>
                </a:cubicBezTo>
                <a:cubicBezTo>
                  <a:pt x="365570" y="406527"/>
                  <a:pt x="341662" y="422624"/>
                  <a:pt x="314325" y="434531"/>
                </a:cubicBezTo>
                <a:cubicBezTo>
                  <a:pt x="286988" y="446437"/>
                  <a:pt x="257556" y="452438"/>
                  <a:pt x="226219" y="452438"/>
                </a:cubicBezTo>
                <a:close/>
                <a:moveTo>
                  <a:pt x="250603" y="226219"/>
                </a:moveTo>
                <a:lnTo>
                  <a:pt x="189833" y="286988"/>
                </a:lnTo>
                <a:cubicBezTo>
                  <a:pt x="186690" y="290132"/>
                  <a:pt x="185071" y="294227"/>
                  <a:pt x="185071" y="299180"/>
                </a:cubicBezTo>
                <a:cubicBezTo>
                  <a:pt x="185071" y="304133"/>
                  <a:pt x="186690" y="308420"/>
                  <a:pt x="189833" y="311944"/>
                </a:cubicBezTo>
                <a:cubicBezTo>
                  <a:pt x="193453" y="315563"/>
                  <a:pt x="197644" y="317278"/>
                  <a:pt x="202597" y="317278"/>
                </a:cubicBezTo>
                <a:cubicBezTo>
                  <a:pt x="207550" y="317278"/>
                  <a:pt x="211836" y="315468"/>
                  <a:pt x="215360" y="311944"/>
                </a:cubicBezTo>
                <a:lnTo>
                  <a:pt x="285655" y="241078"/>
                </a:lnTo>
                <a:cubicBezTo>
                  <a:pt x="290036" y="236696"/>
                  <a:pt x="292227" y="231743"/>
                  <a:pt x="292227" y="226219"/>
                </a:cubicBezTo>
                <a:cubicBezTo>
                  <a:pt x="292227" y="220694"/>
                  <a:pt x="290036" y="215741"/>
                  <a:pt x="285655" y="211360"/>
                </a:cubicBezTo>
                <a:lnTo>
                  <a:pt x="214789" y="139922"/>
                </a:lnTo>
                <a:cubicBezTo>
                  <a:pt x="211169" y="136303"/>
                  <a:pt x="207074" y="134684"/>
                  <a:pt x="202311" y="134874"/>
                </a:cubicBezTo>
                <a:cubicBezTo>
                  <a:pt x="197549" y="135065"/>
                  <a:pt x="193358" y="136970"/>
                  <a:pt x="189833" y="140494"/>
                </a:cubicBezTo>
                <a:cubicBezTo>
                  <a:pt x="186690" y="144113"/>
                  <a:pt x="184976" y="148209"/>
                  <a:pt x="184785" y="152972"/>
                </a:cubicBezTo>
                <a:cubicBezTo>
                  <a:pt x="184594" y="157734"/>
                  <a:pt x="186309" y="161925"/>
                  <a:pt x="189833" y="165449"/>
                </a:cubicBezTo>
                <a:lnTo>
                  <a:pt x="250603" y="226219"/>
                </a:lnTo>
                <a:close/>
              </a:path>
            </a:pathLst>
          </a:custGeom>
          <a:solidFill>
            <a:schemeClr val="accent2"/>
          </a:solidFill>
          <a:ln w="9525" cap="flat">
            <a:noFill/>
            <a:prstDash val="solid"/>
            <a:miter/>
          </a:ln>
        </p:spPr>
        <p:txBody>
          <a:bodyPr rtlCol="0" anchor="ctr"/>
          <a:lstStyle/>
          <a:p>
            <a:endParaRPr lang="en-US"/>
          </a:p>
        </p:txBody>
      </p:sp>
      <p:sp>
        <p:nvSpPr>
          <p:cNvPr id="38" name="TextBox 37">
            <a:extLst>
              <a:ext uri="{FF2B5EF4-FFF2-40B4-BE49-F238E27FC236}">
                <a16:creationId xmlns:a16="http://schemas.microsoft.com/office/drawing/2014/main" id="{FA66D8D5-55BE-80BB-2D79-A44BD74E6375}"/>
              </a:ext>
            </a:extLst>
          </p:cNvPr>
          <p:cNvSpPr txBox="1"/>
          <p:nvPr/>
        </p:nvSpPr>
        <p:spPr>
          <a:xfrm>
            <a:off x="2052441" y="2297376"/>
            <a:ext cx="1039578" cy="1061829"/>
          </a:xfrm>
          <a:prstGeom prst="rect">
            <a:avLst/>
          </a:prstGeom>
          <a:noFill/>
        </p:spPr>
        <p:txBody>
          <a:bodyPr wrap="square">
            <a:spAutoFit/>
          </a:bodyPr>
          <a:lstStyle/>
          <a:p>
            <a:r>
              <a:rPr lang="en-US" sz="900">
                <a:solidFill>
                  <a:schemeClr val="bg1">
                    <a:lumMod val="85000"/>
                  </a:schemeClr>
                </a:solidFill>
              </a:rPr>
              <a:t>AI Assistant that suggests actions and provides insights to streamline workflows in the product.</a:t>
            </a:r>
          </a:p>
        </p:txBody>
      </p:sp>
      <p:sp>
        <p:nvSpPr>
          <p:cNvPr id="39" name="Text Placeholder 2">
            <a:extLst>
              <a:ext uri="{FF2B5EF4-FFF2-40B4-BE49-F238E27FC236}">
                <a16:creationId xmlns:a16="http://schemas.microsoft.com/office/drawing/2014/main" id="{B1AEA7C1-23BC-C4C8-89C0-5E8FF2280C25}"/>
              </a:ext>
            </a:extLst>
          </p:cNvPr>
          <p:cNvSpPr txBox="1">
            <a:spLocks/>
          </p:cNvSpPr>
          <p:nvPr/>
        </p:nvSpPr>
        <p:spPr>
          <a:xfrm>
            <a:off x="3775572" y="1872507"/>
            <a:ext cx="1056424" cy="390553"/>
          </a:xfrm>
          <a:prstGeom prst="rect">
            <a:avLst/>
          </a:prstGeom>
        </p:spPr>
        <p:txBody>
          <a:bodyPr lIns="0" tIns="0" rIns="91440" bIns="45720" anchor="t" anchorCtr="0">
            <a:noAutofit/>
          </a:bodyPr>
          <a:lstStyle>
            <a:lvl1pPr marL="228600" indent="-228600" algn="l" defTabSz="685800" rtl="0" eaLnBrk="1" latinLnBrk="0" hangingPunct="1">
              <a:lnSpc>
                <a:spcPct val="100000"/>
              </a:lnSpc>
              <a:spcBef>
                <a:spcPts val="1200"/>
              </a:spcBef>
              <a:spcAft>
                <a:spcPts val="200"/>
              </a:spcAft>
              <a:buSzPct val="90000"/>
              <a:buFont typeface="Wingdings" charset="2"/>
              <a:buChar char="§"/>
              <a:defRPr sz="2000" kern="1200">
                <a:solidFill>
                  <a:schemeClr val="tx2"/>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Wingdings" charset="2"/>
              <a:buChar char="§"/>
              <a:defRPr sz="1800" kern="1200">
                <a:solidFill>
                  <a:schemeClr val="tx2"/>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Wingdings" charset="2"/>
              <a:buChar char="§"/>
              <a:defRPr sz="1600" kern="1200">
                <a:solidFill>
                  <a:schemeClr val="tx2"/>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Char char="§"/>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0"/>
              </a:spcAft>
              <a:buNone/>
            </a:pPr>
            <a:r>
              <a:rPr lang="en-US" sz="1100" b="1">
                <a:solidFill>
                  <a:schemeClr val="bg1"/>
                </a:solidFill>
                <a:latin typeface="Arial" panose="020B0604020202020204" pitchFamily="34" charset="0"/>
                <a:ea typeface="Roboto" panose="02000000000000000000" pitchFamily="2" charset="0"/>
                <a:cs typeface="Arial" panose="020B0604020202020204" pitchFamily="34" charset="0"/>
              </a:rPr>
              <a:t>Customization </a:t>
            </a:r>
          </a:p>
          <a:p>
            <a:pPr marL="0" indent="0">
              <a:spcBef>
                <a:spcPts val="0"/>
              </a:spcBef>
              <a:spcAft>
                <a:spcPts val="0"/>
              </a:spcAft>
              <a:buNone/>
            </a:pPr>
            <a:r>
              <a:rPr lang="en-US" sz="1100" b="1">
                <a:solidFill>
                  <a:schemeClr val="bg1"/>
                </a:solidFill>
                <a:latin typeface="Arial" panose="020B0604020202020204" pitchFamily="34" charset="0"/>
                <a:ea typeface="Roboto" panose="02000000000000000000" pitchFamily="2" charset="0"/>
                <a:cs typeface="Arial" panose="020B0604020202020204" pitchFamily="34" charset="0"/>
              </a:rPr>
              <a:t>Assistant</a:t>
            </a:r>
          </a:p>
        </p:txBody>
      </p:sp>
      <p:sp>
        <p:nvSpPr>
          <p:cNvPr id="41" name="TextBox 40">
            <a:extLst>
              <a:ext uri="{FF2B5EF4-FFF2-40B4-BE49-F238E27FC236}">
                <a16:creationId xmlns:a16="http://schemas.microsoft.com/office/drawing/2014/main" id="{0797BCB2-C4F7-867D-D08D-9E36620F3FF8}"/>
              </a:ext>
            </a:extLst>
          </p:cNvPr>
          <p:cNvSpPr txBox="1"/>
          <p:nvPr/>
        </p:nvSpPr>
        <p:spPr>
          <a:xfrm>
            <a:off x="3682244" y="2297376"/>
            <a:ext cx="1268457" cy="784830"/>
          </a:xfrm>
          <a:prstGeom prst="rect">
            <a:avLst/>
          </a:prstGeom>
          <a:noFill/>
        </p:spPr>
        <p:txBody>
          <a:bodyPr wrap="square">
            <a:spAutoFit/>
          </a:bodyPr>
          <a:lstStyle/>
          <a:p>
            <a:r>
              <a:rPr lang="en-US" sz="900">
                <a:solidFill>
                  <a:schemeClr val="bg1">
                    <a:lumMod val="85000"/>
                  </a:schemeClr>
                </a:solidFill>
              </a:rPr>
              <a:t>Tool that simplifies and automates the process of creating tailored workflows in the product.</a:t>
            </a:r>
          </a:p>
        </p:txBody>
      </p:sp>
      <p:sp>
        <p:nvSpPr>
          <p:cNvPr id="42" name="Text Placeholder 2">
            <a:extLst>
              <a:ext uri="{FF2B5EF4-FFF2-40B4-BE49-F238E27FC236}">
                <a16:creationId xmlns:a16="http://schemas.microsoft.com/office/drawing/2014/main" id="{66D8C1C5-2EAE-CC8F-53B4-3EB057BE6D22}"/>
              </a:ext>
            </a:extLst>
          </p:cNvPr>
          <p:cNvSpPr txBox="1">
            <a:spLocks/>
          </p:cNvSpPr>
          <p:nvPr/>
        </p:nvSpPr>
        <p:spPr>
          <a:xfrm>
            <a:off x="5622176" y="1872507"/>
            <a:ext cx="1215327" cy="527374"/>
          </a:xfrm>
          <a:prstGeom prst="rect">
            <a:avLst/>
          </a:prstGeom>
        </p:spPr>
        <p:txBody>
          <a:bodyPr lIns="0" tIns="0" rIns="91440" bIns="45720" anchor="t" anchorCtr="0">
            <a:normAutofit/>
          </a:bodyPr>
          <a:lstStyle>
            <a:lvl1pPr marL="228600" indent="-228600" algn="l" defTabSz="685800" rtl="0" eaLnBrk="1" latinLnBrk="0" hangingPunct="1">
              <a:lnSpc>
                <a:spcPct val="100000"/>
              </a:lnSpc>
              <a:spcBef>
                <a:spcPts val="1200"/>
              </a:spcBef>
              <a:spcAft>
                <a:spcPts val="200"/>
              </a:spcAft>
              <a:buSzPct val="90000"/>
              <a:buFont typeface="Wingdings" charset="2"/>
              <a:buChar char="§"/>
              <a:defRPr sz="2000" kern="1200">
                <a:solidFill>
                  <a:schemeClr val="tx2"/>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Wingdings" charset="2"/>
              <a:buChar char="§"/>
              <a:defRPr sz="1800" kern="1200">
                <a:solidFill>
                  <a:schemeClr val="tx2"/>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Wingdings" charset="2"/>
              <a:buChar char="§"/>
              <a:defRPr sz="1600" kern="1200">
                <a:solidFill>
                  <a:schemeClr val="tx2"/>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Char char="§"/>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0"/>
              </a:spcAft>
              <a:buNone/>
            </a:pPr>
            <a:r>
              <a:rPr lang="en-US" sz="1100" b="1">
                <a:solidFill>
                  <a:schemeClr val="bg1"/>
                </a:solidFill>
                <a:latin typeface="Arial" panose="020B0604020202020204" pitchFamily="34" charset="0"/>
                <a:ea typeface="Roboto" panose="02000000000000000000" pitchFamily="2" charset="0"/>
                <a:cs typeface="Arial" panose="020B0604020202020204" pitchFamily="34" charset="0"/>
              </a:rPr>
              <a:t>Automation Agent</a:t>
            </a:r>
          </a:p>
        </p:txBody>
      </p:sp>
      <p:sp>
        <p:nvSpPr>
          <p:cNvPr id="44" name="TextBox 43">
            <a:extLst>
              <a:ext uri="{FF2B5EF4-FFF2-40B4-BE49-F238E27FC236}">
                <a16:creationId xmlns:a16="http://schemas.microsoft.com/office/drawing/2014/main" id="{D1A2F613-8AEA-983A-BEC6-3CE76A60E23D}"/>
              </a:ext>
            </a:extLst>
          </p:cNvPr>
          <p:cNvSpPr txBox="1"/>
          <p:nvPr/>
        </p:nvSpPr>
        <p:spPr>
          <a:xfrm>
            <a:off x="5527071" y="2297376"/>
            <a:ext cx="1332767" cy="1061829"/>
          </a:xfrm>
          <a:prstGeom prst="rect">
            <a:avLst/>
          </a:prstGeom>
          <a:noFill/>
        </p:spPr>
        <p:txBody>
          <a:bodyPr wrap="square">
            <a:spAutoFit/>
          </a:bodyPr>
          <a:lstStyle/>
          <a:p>
            <a:r>
              <a:rPr lang="en-US" sz="900">
                <a:solidFill>
                  <a:schemeClr val="bg1">
                    <a:lumMod val="85000"/>
                  </a:schemeClr>
                </a:solidFill>
              </a:rPr>
              <a:t>Intelligent automation tool that manages tasks and workflows autonomously, improving efficiency and reducing manual work.</a:t>
            </a:r>
          </a:p>
        </p:txBody>
      </p:sp>
      <p:sp>
        <p:nvSpPr>
          <p:cNvPr id="56" name="Text Placeholder 2">
            <a:extLst>
              <a:ext uri="{FF2B5EF4-FFF2-40B4-BE49-F238E27FC236}">
                <a16:creationId xmlns:a16="http://schemas.microsoft.com/office/drawing/2014/main" id="{6906A0D4-C513-32A5-E06E-9197AAE90538}"/>
              </a:ext>
            </a:extLst>
          </p:cNvPr>
          <p:cNvSpPr txBox="1">
            <a:spLocks/>
          </p:cNvSpPr>
          <p:nvPr/>
        </p:nvSpPr>
        <p:spPr>
          <a:xfrm>
            <a:off x="7472637" y="1872507"/>
            <a:ext cx="778019" cy="527374"/>
          </a:xfrm>
          <a:prstGeom prst="rect">
            <a:avLst/>
          </a:prstGeom>
        </p:spPr>
        <p:txBody>
          <a:bodyPr lIns="0" tIns="0" rIns="91440" bIns="45720" anchor="t" anchorCtr="0">
            <a:normAutofit/>
          </a:bodyPr>
          <a:lstStyle>
            <a:lvl1pPr marL="228600" indent="-228600" algn="l" defTabSz="685800" rtl="0" eaLnBrk="1" latinLnBrk="0" hangingPunct="1">
              <a:lnSpc>
                <a:spcPct val="100000"/>
              </a:lnSpc>
              <a:spcBef>
                <a:spcPts val="1200"/>
              </a:spcBef>
              <a:spcAft>
                <a:spcPts val="200"/>
              </a:spcAft>
              <a:buSzPct val="90000"/>
              <a:buFont typeface="Wingdings" charset="2"/>
              <a:buChar char="§"/>
              <a:defRPr sz="2000" kern="1200">
                <a:solidFill>
                  <a:schemeClr val="tx2"/>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Wingdings" charset="2"/>
              <a:buChar char="§"/>
              <a:defRPr sz="1800" kern="1200">
                <a:solidFill>
                  <a:schemeClr val="tx2"/>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Wingdings" charset="2"/>
              <a:buChar char="§"/>
              <a:defRPr sz="1600" kern="1200">
                <a:solidFill>
                  <a:schemeClr val="tx2"/>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Char char="§"/>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0"/>
              </a:spcAft>
              <a:buNone/>
            </a:pPr>
            <a:r>
              <a:rPr lang="en-US" sz="1100" b="1">
                <a:solidFill>
                  <a:schemeClr val="bg1"/>
                </a:solidFill>
                <a:latin typeface="Arial" panose="020B0604020202020204" pitchFamily="34" charset="0"/>
                <a:ea typeface="Roboto" panose="02000000000000000000" pitchFamily="2" charset="0"/>
                <a:cs typeface="Arial" panose="020B0604020202020204" pitchFamily="34" charset="0"/>
              </a:rPr>
              <a:t>Digital Twin</a:t>
            </a:r>
          </a:p>
        </p:txBody>
      </p:sp>
      <p:sp>
        <p:nvSpPr>
          <p:cNvPr id="58" name="TextBox 57">
            <a:extLst>
              <a:ext uri="{FF2B5EF4-FFF2-40B4-BE49-F238E27FC236}">
                <a16:creationId xmlns:a16="http://schemas.microsoft.com/office/drawing/2014/main" id="{A62C4436-EF04-51E9-779E-561BD6A9CDAC}"/>
              </a:ext>
            </a:extLst>
          </p:cNvPr>
          <p:cNvSpPr txBox="1"/>
          <p:nvPr/>
        </p:nvSpPr>
        <p:spPr>
          <a:xfrm>
            <a:off x="7389390" y="2297376"/>
            <a:ext cx="1405412" cy="1338828"/>
          </a:xfrm>
          <a:prstGeom prst="rect">
            <a:avLst/>
          </a:prstGeom>
          <a:noFill/>
        </p:spPr>
        <p:txBody>
          <a:bodyPr wrap="square">
            <a:spAutoFit/>
          </a:bodyPr>
          <a:lstStyle/>
          <a:p>
            <a:r>
              <a:rPr lang="en-US" sz="900">
                <a:solidFill>
                  <a:schemeClr val="bg1">
                    <a:lumMod val="85000"/>
                  </a:schemeClr>
                </a:solidFill>
              </a:rPr>
              <a:t>Virtual employee that works in real-time, handling tasks, monitoring operations, and interacting with the system to support decision making and optimize business processes.</a:t>
            </a:r>
          </a:p>
        </p:txBody>
      </p:sp>
      <p:sp>
        <p:nvSpPr>
          <p:cNvPr id="59" name="Text Placeholder 2">
            <a:extLst>
              <a:ext uri="{FF2B5EF4-FFF2-40B4-BE49-F238E27FC236}">
                <a16:creationId xmlns:a16="http://schemas.microsoft.com/office/drawing/2014/main" id="{D2E8762D-3B5F-2D9B-2D8B-B022B575A146}"/>
              </a:ext>
            </a:extLst>
          </p:cNvPr>
          <p:cNvSpPr txBox="1">
            <a:spLocks/>
          </p:cNvSpPr>
          <p:nvPr/>
        </p:nvSpPr>
        <p:spPr>
          <a:xfrm>
            <a:off x="427504" y="1872507"/>
            <a:ext cx="681243" cy="499982"/>
          </a:xfrm>
          <a:prstGeom prst="rect">
            <a:avLst/>
          </a:prstGeom>
        </p:spPr>
        <p:txBody>
          <a:bodyPr lIns="0" tIns="0" rIns="91440" bIns="45720" anchor="t" anchorCtr="0">
            <a:normAutofit/>
          </a:bodyPr>
          <a:lstStyle>
            <a:lvl1pPr marL="228600" indent="-228600" algn="l" defTabSz="685800" rtl="0" eaLnBrk="1" latinLnBrk="0" hangingPunct="1">
              <a:lnSpc>
                <a:spcPct val="100000"/>
              </a:lnSpc>
              <a:spcBef>
                <a:spcPts val="1200"/>
              </a:spcBef>
              <a:spcAft>
                <a:spcPts val="200"/>
              </a:spcAft>
              <a:buSzPct val="90000"/>
              <a:buFont typeface="Wingdings" charset="2"/>
              <a:buChar char="§"/>
              <a:defRPr sz="2000" kern="1200">
                <a:solidFill>
                  <a:schemeClr val="tx2"/>
                </a:solidFill>
                <a:latin typeface="+mn-lt"/>
                <a:ea typeface="+mn-ea"/>
                <a:cs typeface="+mn-cs"/>
              </a:defRPr>
            </a:lvl1pPr>
            <a:lvl2pPr marL="571500" indent="-228600" algn="l" defTabSz="685800" rtl="0" eaLnBrk="1" latinLnBrk="0" hangingPunct="1">
              <a:lnSpc>
                <a:spcPct val="100000"/>
              </a:lnSpc>
              <a:spcBef>
                <a:spcPts val="200"/>
              </a:spcBef>
              <a:spcAft>
                <a:spcPts val="400"/>
              </a:spcAft>
              <a:buSzPct val="90000"/>
              <a:buFont typeface="Wingdings" charset="2"/>
              <a:buChar char="§"/>
              <a:defRPr sz="1800" kern="1200">
                <a:solidFill>
                  <a:schemeClr val="tx2"/>
                </a:solidFill>
                <a:latin typeface="+mn-lt"/>
                <a:ea typeface="+mn-ea"/>
                <a:cs typeface="+mn-cs"/>
              </a:defRPr>
            </a:lvl2pPr>
            <a:lvl3pPr marL="914400" indent="-228600" algn="l" defTabSz="685800" rtl="0" eaLnBrk="1" latinLnBrk="0" hangingPunct="1">
              <a:lnSpc>
                <a:spcPct val="100000"/>
              </a:lnSpc>
              <a:spcBef>
                <a:spcPts val="200"/>
              </a:spcBef>
              <a:spcAft>
                <a:spcPts val="400"/>
              </a:spcAft>
              <a:buSzPct val="90000"/>
              <a:buFont typeface="Wingdings" charset="2"/>
              <a:buChar char="§"/>
              <a:defRPr sz="1600" kern="1200">
                <a:solidFill>
                  <a:schemeClr val="tx2"/>
                </a:solidFill>
                <a:latin typeface="+mn-lt"/>
                <a:ea typeface="+mn-ea"/>
                <a:cs typeface="+mn-cs"/>
              </a:defRPr>
            </a:lvl3pPr>
            <a:lvl4pPr marL="1200150" indent="-171450" algn="l" defTabSz="685800" rtl="0" eaLnBrk="1" latinLnBrk="0" hangingPunct="1">
              <a:lnSpc>
                <a:spcPct val="100000"/>
              </a:lnSpc>
              <a:spcBef>
                <a:spcPts val="200"/>
              </a:spcBef>
              <a:spcAft>
                <a:spcPts val="400"/>
              </a:spcAft>
              <a:buSzPct val="90000"/>
              <a:buFont typeface="Wingdings" charset="2"/>
              <a:buChar char="§"/>
              <a:defRPr sz="1400" kern="1200">
                <a:solidFill>
                  <a:schemeClr val="tx2"/>
                </a:solidFill>
                <a:latin typeface="+mn-lt"/>
                <a:ea typeface="+mn-ea"/>
                <a:cs typeface="+mn-cs"/>
              </a:defRPr>
            </a:lvl4pPr>
            <a:lvl5pPr marL="1543050" indent="-171450" algn="l" defTabSz="685800" rtl="0" eaLnBrk="1" latinLnBrk="0" hangingPunct="1">
              <a:lnSpc>
                <a:spcPct val="100000"/>
              </a:lnSpc>
              <a:spcBef>
                <a:spcPts val="200"/>
              </a:spcBef>
              <a:spcAft>
                <a:spcPts val="400"/>
              </a:spcAft>
              <a:buSzPct val="90000"/>
              <a:buFont typeface="Wingdings" charset="2"/>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0"/>
              </a:spcAft>
              <a:buNone/>
            </a:pPr>
            <a:r>
              <a:rPr lang="en-US" sz="1100" b="1">
                <a:solidFill>
                  <a:schemeClr val="bg1"/>
                </a:solidFill>
                <a:latin typeface="Arial" panose="020B0604020202020204" pitchFamily="34" charset="0"/>
                <a:ea typeface="Roboto" panose="02000000000000000000" pitchFamily="2" charset="0"/>
                <a:cs typeface="Arial" panose="020B0604020202020204" pitchFamily="34" charset="0"/>
              </a:rPr>
              <a:t>Help Agent</a:t>
            </a:r>
          </a:p>
        </p:txBody>
      </p:sp>
      <p:sp>
        <p:nvSpPr>
          <p:cNvPr id="3" name="Graphic 19">
            <a:extLst>
              <a:ext uri="{FF2B5EF4-FFF2-40B4-BE49-F238E27FC236}">
                <a16:creationId xmlns:a16="http://schemas.microsoft.com/office/drawing/2014/main" id="{0E3F0118-0AAB-F1DA-881D-964C19D4F3B8}"/>
              </a:ext>
            </a:extLst>
          </p:cNvPr>
          <p:cNvSpPr>
            <a:spLocks noChangeAspect="1"/>
          </p:cNvSpPr>
          <p:nvPr/>
        </p:nvSpPr>
        <p:spPr>
          <a:xfrm>
            <a:off x="3344563" y="2545473"/>
            <a:ext cx="182880" cy="182880"/>
          </a:xfrm>
          <a:custGeom>
            <a:avLst/>
            <a:gdLst>
              <a:gd name="connsiteX0" fmla="*/ 226219 w 452437"/>
              <a:gd name="connsiteY0" fmla="*/ 452438 h 452437"/>
              <a:gd name="connsiteX1" fmla="*/ 137827 w 452437"/>
              <a:gd name="connsiteY1" fmla="*/ 434531 h 452437"/>
              <a:gd name="connsiteX2" fmla="*/ 66104 w 452437"/>
              <a:gd name="connsiteY2" fmla="*/ 386048 h 452437"/>
              <a:gd name="connsiteX3" fmla="*/ 17907 w 452437"/>
              <a:gd name="connsiteY3" fmla="*/ 314325 h 452437"/>
              <a:gd name="connsiteX4" fmla="*/ 0 w 452437"/>
              <a:gd name="connsiteY4" fmla="*/ 226219 h 452437"/>
              <a:gd name="connsiteX5" fmla="*/ 17907 w 452437"/>
              <a:gd name="connsiteY5" fmla="*/ 137827 h 452437"/>
              <a:gd name="connsiteX6" fmla="*/ 66389 w 452437"/>
              <a:gd name="connsiteY6" fmla="*/ 66104 h 452437"/>
              <a:gd name="connsiteX7" fmla="*/ 138113 w 452437"/>
              <a:gd name="connsiteY7" fmla="*/ 17907 h 452437"/>
              <a:gd name="connsiteX8" fmla="*/ 226219 w 452437"/>
              <a:gd name="connsiteY8" fmla="*/ 0 h 452437"/>
              <a:gd name="connsiteX9" fmla="*/ 314611 w 452437"/>
              <a:gd name="connsiteY9" fmla="*/ 17907 h 452437"/>
              <a:gd name="connsiteX10" fmla="*/ 386334 w 452437"/>
              <a:gd name="connsiteY10" fmla="*/ 66389 h 452437"/>
              <a:gd name="connsiteX11" fmla="*/ 434531 w 452437"/>
              <a:gd name="connsiteY11" fmla="*/ 138113 h 452437"/>
              <a:gd name="connsiteX12" fmla="*/ 452438 w 452437"/>
              <a:gd name="connsiteY12" fmla="*/ 226219 h 452437"/>
              <a:gd name="connsiteX13" fmla="*/ 434531 w 452437"/>
              <a:gd name="connsiteY13" fmla="*/ 314611 h 452437"/>
              <a:gd name="connsiteX14" fmla="*/ 386048 w 452437"/>
              <a:gd name="connsiteY14" fmla="*/ 386334 h 452437"/>
              <a:gd name="connsiteX15" fmla="*/ 314325 w 452437"/>
              <a:gd name="connsiteY15" fmla="*/ 434531 h 452437"/>
              <a:gd name="connsiteX16" fmla="*/ 226219 w 452437"/>
              <a:gd name="connsiteY16" fmla="*/ 452438 h 452437"/>
              <a:gd name="connsiteX17" fmla="*/ 250603 w 452437"/>
              <a:gd name="connsiteY17" fmla="*/ 226219 h 452437"/>
              <a:gd name="connsiteX18" fmla="*/ 189833 w 452437"/>
              <a:gd name="connsiteY18" fmla="*/ 286988 h 452437"/>
              <a:gd name="connsiteX19" fmla="*/ 185071 w 452437"/>
              <a:gd name="connsiteY19" fmla="*/ 299180 h 452437"/>
              <a:gd name="connsiteX20" fmla="*/ 189833 w 452437"/>
              <a:gd name="connsiteY20" fmla="*/ 311944 h 452437"/>
              <a:gd name="connsiteX21" fmla="*/ 202597 w 452437"/>
              <a:gd name="connsiteY21" fmla="*/ 317278 h 452437"/>
              <a:gd name="connsiteX22" fmla="*/ 215360 w 452437"/>
              <a:gd name="connsiteY22" fmla="*/ 311944 h 452437"/>
              <a:gd name="connsiteX23" fmla="*/ 285655 w 452437"/>
              <a:gd name="connsiteY23" fmla="*/ 241078 h 452437"/>
              <a:gd name="connsiteX24" fmla="*/ 292227 w 452437"/>
              <a:gd name="connsiteY24" fmla="*/ 226219 h 452437"/>
              <a:gd name="connsiteX25" fmla="*/ 285655 w 452437"/>
              <a:gd name="connsiteY25" fmla="*/ 211360 h 452437"/>
              <a:gd name="connsiteX26" fmla="*/ 214789 w 452437"/>
              <a:gd name="connsiteY26" fmla="*/ 139922 h 452437"/>
              <a:gd name="connsiteX27" fmla="*/ 202311 w 452437"/>
              <a:gd name="connsiteY27" fmla="*/ 134874 h 452437"/>
              <a:gd name="connsiteX28" fmla="*/ 189833 w 452437"/>
              <a:gd name="connsiteY28" fmla="*/ 140494 h 452437"/>
              <a:gd name="connsiteX29" fmla="*/ 184785 w 452437"/>
              <a:gd name="connsiteY29" fmla="*/ 152972 h 452437"/>
              <a:gd name="connsiteX30" fmla="*/ 189833 w 452437"/>
              <a:gd name="connsiteY30" fmla="*/ 165449 h 452437"/>
              <a:gd name="connsiteX31" fmla="*/ 250603 w 452437"/>
              <a:gd name="connsiteY31" fmla="*/ 226219 h 45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52437" h="452437">
                <a:moveTo>
                  <a:pt x="226219" y="452438"/>
                </a:moveTo>
                <a:cubicBezTo>
                  <a:pt x="194881" y="452438"/>
                  <a:pt x="165354" y="446532"/>
                  <a:pt x="137827" y="434531"/>
                </a:cubicBezTo>
                <a:cubicBezTo>
                  <a:pt x="110204" y="422624"/>
                  <a:pt x="86297" y="406432"/>
                  <a:pt x="66104" y="386048"/>
                </a:cubicBezTo>
                <a:cubicBezTo>
                  <a:pt x="45911" y="365570"/>
                  <a:pt x="29813" y="341662"/>
                  <a:pt x="17907" y="314325"/>
                </a:cubicBezTo>
                <a:cubicBezTo>
                  <a:pt x="6001" y="286988"/>
                  <a:pt x="0" y="257556"/>
                  <a:pt x="0" y="226219"/>
                </a:cubicBezTo>
                <a:cubicBezTo>
                  <a:pt x="0" y="194881"/>
                  <a:pt x="5906" y="165449"/>
                  <a:pt x="17907" y="137827"/>
                </a:cubicBezTo>
                <a:cubicBezTo>
                  <a:pt x="29813" y="110204"/>
                  <a:pt x="46006" y="86297"/>
                  <a:pt x="66389" y="66104"/>
                </a:cubicBezTo>
                <a:cubicBezTo>
                  <a:pt x="86868" y="45911"/>
                  <a:pt x="110776" y="29813"/>
                  <a:pt x="138113" y="17907"/>
                </a:cubicBezTo>
                <a:cubicBezTo>
                  <a:pt x="165449" y="6001"/>
                  <a:pt x="194881" y="0"/>
                  <a:pt x="226219" y="0"/>
                </a:cubicBezTo>
                <a:cubicBezTo>
                  <a:pt x="257556" y="0"/>
                  <a:pt x="286988" y="5906"/>
                  <a:pt x="314611" y="17907"/>
                </a:cubicBezTo>
                <a:cubicBezTo>
                  <a:pt x="342233" y="29813"/>
                  <a:pt x="366141" y="46006"/>
                  <a:pt x="386334" y="66389"/>
                </a:cubicBezTo>
                <a:cubicBezTo>
                  <a:pt x="406527" y="86868"/>
                  <a:pt x="422624" y="110776"/>
                  <a:pt x="434531" y="138113"/>
                </a:cubicBezTo>
                <a:cubicBezTo>
                  <a:pt x="446437" y="165449"/>
                  <a:pt x="452438" y="194881"/>
                  <a:pt x="452438" y="226219"/>
                </a:cubicBezTo>
                <a:cubicBezTo>
                  <a:pt x="452438" y="257556"/>
                  <a:pt x="446532" y="287084"/>
                  <a:pt x="434531" y="314611"/>
                </a:cubicBezTo>
                <a:cubicBezTo>
                  <a:pt x="422624" y="342233"/>
                  <a:pt x="406432" y="366141"/>
                  <a:pt x="386048" y="386334"/>
                </a:cubicBezTo>
                <a:cubicBezTo>
                  <a:pt x="365570" y="406527"/>
                  <a:pt x="341662" y="422624"/>
                  <a:pt x="314325" y="434531"/>
                </a:cubicBezTo>
                <a:cubicBezTo>
                  <a:pt x="286988" y="446437"/>
                  <a:pt x="257556" y="452438"/>
                  <a:pt x="226219" y="452438"/>
                </a:cubicBezTo>
                <a:close/>
                <a:moveTo>
                  <a:pt x="250603" y="226219"/>
                </a:moveTo>
                <a:lnTo>
                  <a:pt x="189833" y="286988"/>
                </a:lnTo>
                <a:cubicBezTo>
                  <a:pt x="186690" y="290132"/>
                  <a:pt x="185071" y="294227"/>
                  <a:pt x="185071" y="299180"/>
                </a:cubicBezTo>
                <a:cubicBezTo>
                  <a:pt x="185071" y="304133"/>
                  <a:pt x="186690" y="308420"/>
                  <a:pt x="189833" y="311944"/>
                </a:cubicBezTo>
                <a:cubicBezTo>
                  <a:pt x="193453" y="315563"/>
                  <a:pt x="197644" y="317278"/>
                  <a:pt x="202597" y="317278"/>
                </a:cubicBezTo>
                <a:cubicBezTo>
                  <a:pt x="207550" y="317278"/>
                  <a:pt x="211836" y="315468"/>
                  <a:pt x="215360" y="311944"/>
                </a:cubicBezTo>
                <a:lnTo>
                  <a:pt x="285655" y="241078"/>
                </a:lnTo>
                <a:cubicBezTo>
                  <a:pt x="290036" y="236696"/>
                  <a:pt x="292227" y="231743"/>
                  <a:pt x="292227" y="226219"/>
                </a:cubicBezTo>
                <a:cubicBezTo>
                  <a:pt x="292227" y="220694"/>
                  <a:pt x="290036" y="215741"/>
                  <a:pt x="285655" y="211360"/>
                </a:cubicBezTo>
                <a:lnTo>
                  <a:pt x="214789" y="139922"/>
                </a:lnTo>
                <a:cubicBezTo>
                  <a:pt x="211169" y="136303"/>
                  <a:pt x="207074" y="134684"/>
                  <a:pt x="202311" y="134874"/>
                </a:cubicBezTo>
                <a:cubicBezTo>
                  <a:pt x="197549" y="135065"/>
                  <a:pt x="193358" y="136970"/>
                  <a:pt x="189833" y="140494"/>
                </a:cubicBezTo>
                <a:cubicBezTo>
                  <a:pt x="186690" y="144113"/>
                  <a:pt x="184976" y="148209"/>
                  <a:pt x="184785" y="152972"/>
                </a:cubicBezTo>
                <a:cubicBezTo>
                  <a:pt x="184594" y="157734"/>
                  <a:pt x="186309" y="161925"/>
                  <a:pt x="189833" y="165449"/>
                </a:cubicBezTo>
                <a:lnTo>
                  <a:pt x="250603" y="226219"/>
                </a:lnTo>
                <a:close/>
              </a:path>
            </a:pathLst>
          </a:custGeom>
          <a:solidFill>
            <a:schemeClr val="accent2"/>
          </a:solidFill>
          <a:ln w="9525" cap="flat">
            <a:noFill/>
            <a:prstDash val="solid"/>
            <a:miter/>
          </a:ln>
        </p:spPr>
        <p:txBody>
          <a:bodyPr rtlCol="0" anchor="ctr"/>
          <a:lstStyle/>
          <a:p>
            <a:endParaRPr lang="en-US"/>
          </a:p>
        </p:txBody>
      </p:sp>
      <p:sp>
        <p:nvSpPr>
          <p:cNvPr id="45" name="Graphic 19">
            <a:extLst>
              <a:ext uri="{FF2B5EF4-FFF2-40B4-BE49-F238E27FC236}">
                <a16:creationId xmlns:a16="http://schemas.microsoft.com/office/drawing/2014/main" id="{07648CD8-36F8-3566-9C2F-6B36C3F36CBB}"/>
              </a:ext>
            </a:extLst>
          </p:cNvPr>
          <p:cNvSpPr>
            <a:spLocks noChangeAspect="1"/>
          </p:cNvSpPr>
          <p:nvPr/>
        </p:nvSpPr>
        <p:spPr>
          <a:xfrm>
            <a:off x="5135263" y="2545473"/>
            <a:ext cx="182880" cy="182880"/>
          </a:xfrm>
          <a:custGeom>
            <a:avLst/>
            <a:gdLst>
              <a:gd name="connsiteX0" fmla="*/ 226219 w 452437"/>
              <a:gd name="connsiteY0" fmla="*/ 452438 h 452437"/>
              <a:gd name="connsiteX1" fmla="*/ 137827 w 452437"/>
              <a:gd name="connsiteY1" fmla="*/ 434531 h 452437"/>
              <a:gd name="connsiteX2" fmla="*/ 66104 w 452437"/>
              <a:gd name="connsiteY2" fmla="*/ 386048 h 452437"/>
              <a:gd name="connsiteX3" fmla="*/ 17907 w 452437"/>
              <a:gd name="connsiteY3" fmla="*/ 314325 h 452437"/>
              <a:gd name="connsiteX4" fmla="*/ 0 w 452437"/>
              <a:gd name="connsiteY4" fmla="*/ 226219 h 452437"/>
              <a:gd name="connsiteX5" fmla="*/ 17907 w 452437"/>
              <a:gd name="connsiteY5" fmla="*/ 137827 h 452437"/>
              <a:gd name="connsiteX6" fmla="*/ 66389 w 452437"/>
              <a:gd name="connsiteY6" fmla="*/ 66104 h 452437"/>
              <a:gd name="connsiteX7" fmla="*/ 138113 w 452437"/>
              <a:gd name="connsiteY7" fmla="*/ 17907 h 452437"/>
              <a:gd name="connsiteX8" fmla="*/ 226219 w 452437"/>
              <a:gd name="connsiteY8" fmla="*/ 0 h 452437"/>
              <a:gd name="connsiteX9" fmla="*/ 314611 w 452437"/>
              <a:gd name="connsiteY9" fmla="*/ 17907 h 452437"/>
              <a:gd name="connsiteX10" fmla="*/ 386334 w 452437"/>
              <a:gd name="connsiteY10" fmla="*/ 66389 h 452437"/>
              <a:gd name="connsiteX11" fmla="*/ 434531 w 452437"/>
              <a:gd name="connsiteY11" fmla="*/ 138113 h 452437"/>
              <a:gd name="connsiteX12" fmla="*/ 452438 w 452437"/>
              <a:gd name="connsiteY12" fmla="*/ 226219 h 452437"/>
              <a:gd name="connsiteX13" fmla="*/ 434531 w 452437"/>
              <a:gd name="connsiteY13" fmla="*/ 314611 h 452437"/>
              <a:gd name="connsiteX14" fmla="*/ 386048 w 452437"/>
              <a:gd name="connsiteY14" fmla="*/ 386334 h 452437"/>
              <a:gd name="connsiteX15" fmla="*/ 314325 w 452437"/>
              <a:gd name="connsiteY15" fmla="*/ 434531 h 452437"/>
              <a:gd name="connsiteX16" fmla="*/ 226219 w 452437"/>
              <a:gd name="connsiteY16" fmla="*/ 452438 h 452437"/>
              <a:gd name="connsiteX17" fmla="*/ 250603 w 452437"/>
              <a:gd name="connsiteY17" fmla="*/ 226219 h 452437"/>
              <a:gd name="connsiteX18" fmla="*/ 189833 w 452437"/>
              <a:gd name="connsiteY18" fmla="*/ 286988 h 452437"/>
              <a:gd name="connsiteX19" fmla="*/ 185071 w 452437"/>
              <a:gd name="connsiteY19" fmla="*/ 299180 h 452437"/>
              <a:gd name="connsiteX20" fmla="*/ 189833 w 452437"/>
              <a:gd name="connsiteY20" fmla="*/ 311944 h 452437"/>
              <a:gd name="connsiteX21" fmla="*/ 202597 w 452437"/>
              <a:gd name="connsiteY21" fmla="*/ 317278 h 452437"/>
              <a:gd name="connsiteX22" fmla="*/ 215360 w 452437"/>
              <a:gd name="connsiteY22" fmla="*/ 311944 h 452437"/>
              <a:gd name="connsiteX23" fmla="*/ 285655 w 452437"/>
              <a:gd name="connsiteY23" fmla="*/ 241078 h 452437"/>
              <a:gd name="connsiteX24" fmla="*/ 292227 w 452437"/>
              <a:gd name="connsiteY24" fmla="*/ 226219 h 452437"/>
              <a:gd name="connsiteX25" fmla="*/ 285655 w 452437"/>
              <a:gd name="connsiteY25" fmla="*/ 211360 h 452437"/>
              <a:gd name="connsiteX26" fmla="*/ 214789 w 452437"/>
              <a:gd name="connsiteY26" fmla="*/ 139922 h 452437"/>
              <a:gd name="connsiteX27" fmla="*/ 202311 w 452437"/>
              <a:gd name="connsiteY27" fmla="*/ 134874 h 452437"/>
              <a:gd name="connsiteX28" fmla="*/ 189833 w 452437"/>
              <a:gd name="connsiteY28" fmla="*/ 140494 h 452437"/>
              <a:gd name="connsiteX29" fmla="*/ 184785 w 452437"/>
              <a:gd name="connsiteY29" fmla="*/ 152972 h 452437"/>
              <a:gd name="connsiteX30" fmla="*/ 189833 w 452437"/>
              <a:gd name="connsiteY30" fmla="*/ 165449 h 452437"/>
              <a:gd name="connsiteX31" fmla="*/ 250603 w 452437"/>
              <a:gd name="connsiteY31" fmla="*/ 226219 h 45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52437" h="452437">
                <a:moveTo>
                  <a:pt x="226219" y="452438"/>
                </a:moveTo>
                <a:cubicBezTo>
                  <a:pt x="194881" y="452438"/>
                  <a:pt x="165354" y="446532"/>
                  <a:pt x="137827" y="434531"/>
                </a:cubicBezTo>
                <a:cubicBezTo>
                  <a:pt x="110204" y="422624"/>
                  <a:pt x="86297" y="406432"/>
                  <a:pt x="66104" y="386048"/>
                </a:cubicBezTo>
                <a:cubicBezTo>
                  <a:pt x="45911" y="365570"/>
                  <a:pt x="29813" y="341662"/>
                  <a:pt x="17907" y="314325"/>
                </a:cubicBezTo>
                <a:cubicBezTo>
                  <a:pt x="6001" y="286988"/>
                  <a:pt x="0" y="257556"/>
                  <a:pt x="0" y="226219"/>
                </a:cubicBezTo>
                <a:cubicBezTo>
                  <a:pt x="0" y="194881"/>
                  <a:pt x="5906" y="165449"/>
                  <a:pt x="17907" y="137827"/>
                </a:cubicBezTo>
                <a:cubicBezTo>
                  <a:pt x="29813" y="110204"/>
                  <a:pt x="46006" y="86297"/>
                  <a:pt x="66389" y="66104"/>
                </a:cubicBezTo>
                <a:cubicBezTo>
                  <a:pt x="86868" y="45911"/>
                  <a:pt x="110776" y="29813"/>
                  <a:pt x="138113" y="17907"/>
                </a:cubicBezTo>
                <a:cubicBezTo>
                  <a:pt x="165449" y="6001"/>
                  <a:pt x="194881" y="0"/>
                  <a:pt x="226219" y="0"/>
                </a:cubicBezTo>
                <a:cubicBezTo>
                  <a:pt x="257556" y="0"/>
                  <a:pt x="286988" y="5906"/>
                  <a:pt x="314611" y="17907"/>
                </a:cubicBezTo>
                <a:cubicBezTo>
                  <a:pt x="342233" y="29813"/>
                  <a:pt x="366141" y="46006"/>
                  <a:pt x="386334" y="66389"/>
                </a:cubicBezTo>
                <a:cubicBezTo>
                  <a:pt x="406527" y="86868"/>
                  <a:pt x="422624" y="110776"/>
                  <a:pt x="434531" y="138113"/>
                </a:cubicBezTo>
                <a:cubicBezTo>
                  <a:pt x="446437" y="165449"/>
                  <a:pt x="452438" y="194881"/>
                  <a:pt x="452438" y="226219"/>
                </a:cubicBezTo>
                <a:cubicBezTo>
                  <a:pt x="452438" y="257556"/>
                  <a:pt x="446532" y="287084"/>
                  <a:pt x="434531" y="314611"/>
                </a:cubicBezTo>
                <a:cubicBezTo>
                  <a:pt x="422624" y="342233"/>
                  <a:pt x="406432" y="366141"/>
                  <a:pt x="386048" y="386334"/>
                </a:cubicBezTo>
                <a:cubicBezTo>
                  <a:pt x="365570" y="406527"/>
                  <a:pt x="341662" y="422624"/>
                  <a:pt x="314325" y="434531"/>
                </a:cubicBezTo>
                <a:cubicBezTo>
                  <a:pt x="286988" y="446437"/>
                  <a:pt x="257556" y="452438"/>
                  <a:pt x="226219" y="452438"/>
                </a:cubicBezTo>
                <a:close/>
                <a:moveTo>
                  <a:pt x="250603" y="226219"/>
                </a:moveTo>
                <a:lnTo>
                  <a:pt x="189833" y="286988"/>
                </a:lnTo>
                <a:cubicBezTo>
                  <a:pt x="186690" y="290132"/>
                  <a:pt x="185071" y="294227"/>
                  <a:pt x="185071" y="299180"/>
                </a:cubicBezTo>
                <a:cubicBezTo>
                  <a:pt x="185071" y="304133"/>
                  <a:pt x="186690" y="308420"/>
                  <a:pt x="189833" y="311944"/>
                </a:cubicBezTo>
                <a:cubicBezTo>
                  <a:pt x="193453" y="315563"/>
                  <a:pt x="197644" y="317278"/>
                  <a:pt x="202597" y="317278"/>
                </a:cubicBezTo>
                <a:cubicBezTo>
                  <a:pt x="207550" y="317278"/>
                  <a:pt x="211836" y="315468"/>
                  <a:pt x="215360" y="311944"/>
                </a:cubicBezTo>
                <a:lnTo>
                  <a:pt x="285655" y="241078"/>
                </a:lnTo>
                <a:cubicBezTo>
                  <a:pt x="290036" y="236696"/>
                  <a:pt x="292227" y="231743"/>
                  <a:pt x="292227" y="226219"/>
                </a:cubicBezTo>
                <a:cubicBezTo>
                  <a:pt x="292227" y="220694"/>
                  <a:pt x="290036" y="215741"/>
                  <a:pt x="285655" y="211360"/>
                </a:cubicBezTo>
                <a:lnTo>
                  <a:pt x="214789" y="139922"/>
                </a:lnTo>
                <a:cubicBezTo>
                  <a:pt x="211169" y="136303"/>
                  <a:pt x="207074" y="134684"/>
                  <a:pt x="202311" y="134874"/>
                </a:cubicBezTo>
                <a:cubicBezTo>
                  <a:pt x="197549" y="135065"/>
                  <a:pt x="193358" y="136970"/>
                  <a:pt x="189833" y="140494"/>
                </a:cubicBezTo>
                <a:cubicBezTo>
                  <a:pt x="186690" y="144113"/>
                  <a:pt x="184976" y="148209"/>
                  <a:pt x="184785" y="152972"/>
                </a:cubicBezTo>
                <a:cubicBezTo>
                  <a:pt x="184594" y="157734"/>
                  <a:pt x="186309" y="161925"/>
                  <a:pt x="189833" y="165449"/>
                </a:cubicBezTo>
                <a:lnTo>
                  <a:pt x="250603" y="226219"/>
                </a:lnTo>
                <a:close/>
              </a:path>
            </a:pathLst>
          </a:custGeom>
          <a:solidFill>
            <a:schemeClr val="accent2"/>
          </a:solidFill>
          <a:ln w="9525" cap="flat">
            <a:noFill/>
            <a:prstDash val="solid"/>
            <a:miter/>
          </a:ln>
        </p:spPr>
        <p:txBody>
          <a:bodyPr rtlCol="0" anchor="ctr"/>
          <a:lstStyle/>
          <a:p>
            <a:endParaRPr lang="en-US"/>
          </a:p>
        </p:txBody>
      </p:sp>
      <p:sp>
        <p:nvSpPr>
          <p:cNvPr id="46" name="Graphic 19">
            <a:extLst>
              <a:ext uri="{FF2B5EF4-FFF2-40B4-BE49-F238E27FC236}">
                <a16:creationId xmlns:a16="http://schemas.microsoft.com/office/drawing/2014/main" id="{E3D0B7A5-DAE8-CB08-187F-7E03D84CE36F}"/>
              </a:ext>
            </a:extLst>
          </p:cNvPr>
          <p:cNvSpPr>
            <a:spLocks noChangeAspect="1"/>
          </p:cNvSpPr>
          <p:nvPr/>
        </p:nvSpPr>
        <p:spPr>
          <a:xfrm>
            <a:off x="7021213" y="2545473"/>
            <a:ext cx="182880" cy="182880"/>
          </a:xfrm>
          <a:custGeom>
            <a:avLst/>
            <a:gdLst>
              <a:gd name="connsiteX0" fmla="*/ 226219 w 452437"/>
              <a:gd name="connsiteY0" fmla="*/ 452438 h 452437"/>
              <a:gd name="connsiteX1" fmla="*/ 137827 w 452437"/>
              <a:gd name="connsiteY1" fmla="*/ 434531 h 452437"/>
              <a:gd name="connsiteX2" fmla="*/ 66104 w 452437"/>
              <a:gd name="connsiteY2" fmla="*/ 386048 h 452437"/>
              <a:gd name="connsiteX3" fmla="*/ 17907 w 452437"/>
              <a:gd name="connsiteY3" fmla="*/ 314325 h 452437"/>
              <a:gd name="connsiteX4" fmla="*/ 0 w 452437"/>
              <a:gd name="connsiteY4" fmla="*/ 226219 h 452437"/>
              <a:gd name="connsiteX5" fmla="*/ 17907 w 452437"/>
              <a:gd name="connsiteY5" fmla="*/ 137827 h 452437"/>
              <a:gd name="connsiteX6" fmla="*/ 66389 w 452437"/>
              <a:gd name="connsiteY6" fmla="*/ 66104 h 452437"/>
              <a:gd name="connsiteX7" fmla="*/ 138113 w 452437"/>
              <a:gd name="connsiteY7" fmla="*/ 17907 h 452437"/>
              <a:gd name="connsiteX8" fmla="*/ 226219 w 452437"/>
              <a:gd name="connsiteY8" fmla="*/ 0 h 452437"/>
              <a:gd name="connsiteX9" fmla="*/ 314611 w 452437"/>
              <a:gd name="connsiteY9" fmla="*/ 17907 h 452437"/>
              <a:gd name="connsiteX10" fmla="*/ 386334 w 452437"/>
              <a:gd name="connsiteY10" fmla="*/ 66389 h 452437"/>
              <a:gd name="connsiteX11" fmla="*/ 434531 w 452437"/>
              <a:gd name="connsiteY11" fmla="*/ 138113 h 452437"/>
              <a:gd name="connsiteX12" fmla="*/ 452438 w 452437"/>
              <a:gd name="connsiteY12" fmla="*/ 226219 h 452437"/>
              <a:gd name="connsiteX13" fmla="*/ 434531 w 452437"/>
              <a:gd name="connsiteY13" fmla="*/ 314611 h 452437"/>
              <a:gd name="connsiteX14" fmla="*/ 386048 w 452437"/>
              <a:gd name="connsiteY14" fmla="*/ 386334 h 452437"/>
              <a:gd name="connsiteX15" fmla="*/ 314325 w 452437"/>
              <a:gd name="connsiteY15" fmla="*/ 434531 h 452437"/>
              <a:gd name="connsiteX16" fmla="*/ 226219 w 452437"/>
              <a:gd name="connsiteY16" fmla="*/ 452438 h 452437"/>
              <a:gd name="connsiteX17" fmla="*/ 250603 w 452437"/>
              <a:gd name="connsiteY17" fmla="*/ 226219 h 452437"/>
              <a:gd name="connsiteX18" fmla="*/ 189833 w 452437"/>
              <a:gd name="connsiteY18" fmla="*/ 286988 h 452437"/>
              <a:gd name="connsiteX19" fmla="*/ 185071 w 452437"/>
              <a:gd name="connsiteY19" fmla="*/ 299180 h 452437"/>
              <a:gd name="connsiteX20" fmla="*/ 189833 w 452437"/>
              <a:gd name="connsiteY20" fmla="*/ 311944 h 452437"/>
              <a:gd name="connsiteX21" fmla="*/ 202597 w 452437"/>
              <a:gd name="connsiteY21" fmla="*/ 317278 h 452437"/>
              <a:gd name="connsiteX22" fmla="*/ 215360 w 452437"/>
              <a:gd name="connsiteY22" fmla="*/ 311944 h 452437"/>
              <a:gd name="connsiteX23" fmla="*/ 285655 w 452437"/>
              <a:gd name="connsiteY23" fmla="*/ 241078 h 452437"/>
              <a:gd name="connsiteX24" fmla="*/ 292227 w 452437"/>
              <a:gd name="connsiteY24" fmla="*/ 226219 h 452437"/>
              <a:gd name="connsiteX25" fmla="*/ 285655 w 452437"/>
              <a:gd name="connsiteY25" fmla="*/ 211360 h 452437"/>
              <a:gd name="connsiteX26" fmla="*/ 214789 w 452437"/>
              <a:gd name="connsiteY26" fmla="*/ 139922 h 452437"/>
              <a:gd name="connsiteX27" fmla="*/ 202311 w 452437"/>
              <a:gd name="connsiteY27" fmla="*/ 134874 h 452437"/>
              <a:gd name="connsiteX28" fmla="*/ 189833 w 452437"/>
              <a:gd name="connsiteY28" fmla="*/ 140494 h 452437"/>
              <a:gd name="connsiteX29" fmla="*/ 184785 w 452437"/>
              <a:gd name="connsiteY29" fmla="*/ 152972 h 452437"/>
              <a:gd name="connsiteX30" fmla="*/ 189833 w 452437"/>
              <a:gd name="connsiteY30" fmla="*/ 165449 h 452437"/>
              <a:gd name="connsiteX31" fmla="*/ 250603 w 452437"/>
              <a:gd name="connsiteY31" fmla="*/ 226219 h 45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52437" h="452437">
                <a:moveTo>
                  <a:pt x="226219" y="452438"/>
                </a:moveTo>
                <a:cubicBezTo>
                  <a:pt x="194881" y="452438"/>
                  <a:pt x="165354" y="446532"/>
                  <a:pt x="137827" y="434531"/>
                </a:cubicBezTo>
                <a:cubicBezTo>
                  <a:pt x="110204" y="422624"/>
                  <a:pt x="86297" y="406432"/>
                  <a:pt x="66104" y="386048"/>
                </a:cubicBezTo>
                <a:cubicBezTo>
                  <a:pt x="45911" y="365570"/>
                  <a:pt x="29813" y="341662"/>
                  <a:pt x="17907" y="314325"/>
                </a:cubicBezTo>
                <a:cubicBezTo>
                  <a:pt x="6001" y="286988"/>
                  <a:pt x="0" y="257556"/>
                  <a:pt x="0" y="226219"/>
                </a:cubicBezTo>
                <a:cubicBezTo>
                  <a:pt x="0" y="194881"/>
                  <a:pt x="5906" y="165449"/>
                  <a:pt x="17907" y="137827"/>
                </a:cubicBezTo>
                <a:cubicBezTo>
                  <a:pt x="29813" y="110204"/>
                  <a:pt x="46006" y="86297"/>
                  <a:pt x="66389" y="66104"/>
                </a:cubicBezTo>
                <a:cubicBezTo>
                  <a:pt x="86868" y="45911"/>
                  <a:pt x="110776" y="29813"/>
                  <a:pt x="138113" y="17907"/>
                </a:cubicBezTo>
                <a:cubicBezTo>
                  <a:pt x="165449" y="6001"/>
                  <a:pt x="194881" y="0"/>
                  <a:pt x="226219" y="0"/>
                </a:cubicBezTo>
                <a:cubicBezTo>
                  <a:pt x="257556" y="0"/>
                  <a:pt x="286988" y="5906"/>
                  <a:pt x="314611" y="17907"/>
                </a:cubicBezTo>
                <a:cubicBezTo>
                  <a:pt x="342233" y="29813"/>
                  <a:pt x="366141" y="46006"/>
                  <a:pt x="386334" y="66389"/>
                </a:cubicBezTo>
                <a:cubicBezTo>
                  <a:pt x="406527" y="86868"/>
                  <a:pt x="422624" y="110776"/>
                  <a:pt x="434531" y="138113"/>
                </a:cubicBezTo>
                <a:cubicBezTo>
                  <a:pt x="446437" y="165449"/>
                  <a:pt x="452438" y="194881"/>
                  <a:pt x="452438" y="226219"/>
                </a:cubicBezTo>
                <a:cubicBezTo>
                  <a:pt x="452438" y="257556"/>
                  <a:pt x="446532" y="287084"/>
                  <a:pt x="434531" y="314611"/>
                </a:cubicBezTo>
                <a:cubicBezTo>
                  <a:pt x="422624" y="342233"/>
                  <a:pt x="406432" y="366141"/>
                  <a:pt x="386048" y="386334"/>
                </a:cubicBezTo>
                <a:cubicBezTo>
                  <a:pt x="365570" y="406527"/>
                  <a:pt x="341662" y="422624"/>
                  <a:pt x="314325" y="434531"/>
                </a:cubicBezTo>
                <a:cubicBezTo>
                  <a:pt x="286988" y="446437"/>
                  <a:pt x="257556" y="452438"/>
                  <a:pt x="226219" y="452438"/>
                </a:cubicBezTo>
                <a:close/>
                <a:moveTo>
                  <a:pt x="250603" y="226219"/>
                </a:moveTo>
                <a:lnTo>
                  <a:pt x="189833" y="286988"/>
                </a:lnTo>
                <a:cubicBezTo>
                  <a:pt x="186690" y="290132"/>
                  <a:pt x="185071" y="294227"/>
                  <a:pt x="185071" y="299180"/>
                </a:cubicBezTo>
                <a:cubicBezTo>
                  <a:pt x="185071" y="304133"/>
                  <a:pt x="186690" y="308420"/>
                  <a:pt x="189833" y="311944"/>
                </a:cubicBezTo>
                <a:cubicBezTo>
                  <a:pt x="193453" y="315563"/>
                  <a:pt x="197644" y="317278"/>
                  <a:pt x="202597" y="317278"/>
                </a:cubicBezTo>
                <a:cubicBezTo>
                  <a:pt x="207550" y="317278"/>
                  <a:pt x="211836" y="315468"/>
                  <a:pt x="215360" y="311944"/>
                </a:cubicBezTo>
                <a:lnTo>
                  <a:pt x="285655" y="241078"/>
                </a:lnTo>
                <a:cubicBezTo>
                  <a:pt x="290036" y="236696"/>
                  <a:pt x="292227" y="231743"/>
                  <a:pt x="292227" y="226219"/>
                </a:cubicBezTo>
                <a:cubicBezTo>
                  <a:pt x="292227" y="220694"/>
                  <a:pt x="290036" y="215741"/>
                  <a:pt x="285655" y="211360"/>
                </a:cubicBezTo>
                <a:lnTo>
                  <a:pt x="214789" y="139922"/>
                </a:lnTo>
                <a:cubicBezTo>
                  <a:pt x="211169" y="136303"/>
                  <a:pt x="207074" y="134684"/>
                  <a:pt x="202311" y="134874"/>
                </a:cubicBezTo>
                <a:cubicBezTo>
                  <a:pt x="197549" y="135065"/>
                  <a:pt x="193358" y="136970"/>
                  <a:pt x="189833" y="140494"/>
                </a:cubicBezTo>
                <a:cubicBezTo>
                  <a:pt x="186690" y="144113"/>
                  <a:pt x="184976" y="148209"/>
                  <a:pt x="184785" y="152972"/>
                </a:cubicBezTo>
                <a:cubicBezTo>
                  <a:pt x="184594" y="157734"/>
                  <a:pt x="186309" y="161925"/>
                  <a:pt x="189833" y="165449"/>
                </a:cubicBezTo>
                <a:lnTo>
                  <a:pt x="250603" y="226219"/>
                </a:lnTo>
                <a:close/>
              </a:path>
            </a:pathLst>
          </a:custGeom>
          <a:solidFill>
            <a:schemeClr val="accent2"/>
          </a:solidFill>
          <a:ln w="9525" cap="flat">
            <a:noFill/>
            <a:prstDash val="solid"/>
            <a:miter/>
          </a:ln>
        </p:spPr>
        <p:txBody>
          <a:bodyPr rtlCol="0" anchor="ctr"/>
          <a:lstStyle/>
          <a:p>
            <a:endParaRPr lang="en-US"/>
          </a:p>
        </p:txBody>
      </p:sp>
      <p:sp>
        <p:nvSpPr>
          <p:cNvPr id="47" name="Graphic 11">
            <a:extLst>
              <a:ext uri="{FF2B5EF4-FFF2-40B4-BE49-F238E27FC236}">
                <a16:creationId xmlns:a16="http://schemas.microsoft.com/office/drawing/2014/main" id="{1E78A92E-F991-B5DD-8997-7AB67F8292A8}"/>
              </a:ext>
            </a:extLst>
          </p:cNvPr>
          <p:cNvSpPr>
            <a:spLocks noChangeAspect="1"/>
          </p:cNvSpPr>
          <p:nvPr/>
        </p:nvSpPr>
        <p:spPr>
          <a:xfrm>
            <a:off x="2188011" y="1606380"/>
            <a:ext cx="203949" cy="182880"/>
          </a:xfrm>
          <a:custGeom>
            <a:avLst/>
            <a:gdLst>
              <a:gd name="connsiteX0" fmla="*/ 14827 w 306421"/>
              <a:gd name="connsiteY0" fmla="*/ 204107 h 274766"/>
              <a:gd name="connsiteX1" fmla="*/ 4534 w 306421"/>
              <a:gd name="connsiteY1" fmla="*/ 200025 h 274766"/>
              <a:gd name="connsiteX2" fmla="*/ 0 w 306421"/>
              <a:gd name="connsiteY2" fmla="*/ 189000 h 274766"/>
              <a:gd name="connsiteX3" fmla="*/ 0 w 306421"/>
              <a:gd name="connsiteY3" fmla="*/ 29391 h 274766"/>
              <a:gd name="connsiteX4" fmla="*/ 8646 w 306421"/>
              <a:gd name="connsiteY4" fmla="*/ 8569 h 274766"/>
              <a:gd name="connsiteX5" fmla="*/ 29654 w 306421"/>
              <a:gd name="connsiteY5" fmla="*/ 0 h 274766"/>
              <a:gd name="connsiteX6" fmla="*/ 204689 w 306421"/>
              <a:gd name="connsiteY6" fmla="*/ 0 h 274766"/>
              <a:gd name="connsiteX7" fmla="*/ 225697 w 306421"/>
              <a:gd name="connsiteY7" fmla="*/ 8569 h 274766"/>
              <a:gd name="connsiteX8" fmla="*/ 234343 w 306421"/>
              <a:gd name="connsiteY8" fmla="*/ 29391 h 274766"/>
              <a:gd name="connsiteX9" fmla="*/ 234343 w 306421"/>
              <a:gd name="connsiteY9" fmla="*/ 137565 h 274766"/>
              <a:gd name="connsiteX10" fmla="*/ 225697 w 306421"/>
              <a:gd name="connsiteY10" fmla="*/ 158387 h 274766"/>
              <a:gd name="connsiteX11" fmla="*/ 204689 w 306421"/>
              <a:gd name="connsiteY11" fmla="*/ 166956 h 274766"/>
              <a:gd name="connsiteX12" fmla="*/ 58068 w 306421"/>
              <a:gd name="connsiteY12" fmla="*/ 166956 h 274766"/>
              <a:gd name="connsiteX13" fmla="*/ 25120 w 306421"/>
              <a:gd name="connsiteY13" fmla="*/ 199614 h 274766"/>
              <a:gd name="connsiteX14" fmla="*/ 20382 w 306421"/>
              <a:gd name="connsiteY14" fmla="*/ 203082 h 274766"/>
              <a:gd name="connsiteX15" fmla="*/ 14820 w 306421"/>
              <a:gd name="connsiteY15" fmla="*/ 204101 h 274766"/>
              <a:gd name="connsiteX16" fmla="*/ 296537 w 306421"/>
              <a:gd name="connsiteY16" fmla="*/ 271054 h 274766"/>
              <a:gd name="connsiteX17" fmla="*/ 289743 w 306421"/>
              <a:gd name="connsiteY17" fmla="*/ 274725 h 274766"/>
              <a:gd name="connsiteX18" fmla="*/ 281301 w 306421"/>
              <a:gd name="connsiteY18" fmla="*/ 271459 h 274766"/>
              <a:gd name="connsiteX19" fmla="*/ 248353 w 306421"/>
              <a:gd name="connsiteY19" fmla="*/ 238802 h 274766"/>
              <a:gd name="connsiteX20" fmla="*/ 87314 w 306421"/>
              <a:gd name="connsiteY20" fmla="*/ 238802 h 274766"/>
              <a:gd name="connsiteX21" fmla="*/ 66721 w 306421"/>
              <a:gd name="connsiteY21" fmla="*/ 230233 h 274766"/>
              <a:gd name="connsiteX22" fmla="*/ 58075 w 306421"/>
              <a:gd name="connsiteY22" fmla="*/ 209822 h 274766"/>
              <a:gd name="connsiteX23" fmla="*/ 58075 w 306421"/>
              <a:gd name="connsiteY23" fmla="*/ 199620 h 274766"/>
              <a:gd name="connsiteX24" fmla="*/ 237644 w 306421"/>
              <a:gd name="connsiteY24" fmla="*/ 199620 h 274766"/>
              <a:gd name="connsiteX25" fmla="*/ 258652 w 306421"/>
              <a:gd name="connsiteY25" fmla="*/ 191051 h 274766"/>
              <a:gd name="connsiteX26" fmla="*/ 267298 w 306421"/>
              <a:gd name="connsiteY26" fmla="*/ 170229 h 274766"/>
              <a:gd name="connsiteX27" fmla="*/ 267298 w 306421"/>
              <a:gd name="connsiteY27" fmla="*/ 57150 h 274766"/>
              <a:gd name="connsiteX28" fmla="*/ 277591 w 306421"/>
              <a:gd name="connsiteY28" fmla="*/ 57150 h 274766"/>
              <a:gd name="connsiteX29" fmla="*/ 297980 w 306421"/>
              <a:gd name="connsiteY29" fmla="*/ 65719 h 274766"/>
              <a:gd name="connsiteX30" fmla="*/ 306421 w 306421"/>
              <a:gd name="connsiteY30" fmla="*/ 86130 h 274766"/>
              <a:gd name="connsiteX31" fmla="*/ 306421 w 306421"/>
              <a:gd name="connsiteY31" fmla="*/ 260846 h 274766"/>
              <a:gd name="connsiteX32" fmla="*/ 303535 w 306421"/>
              <a:gd name="connsiteY32" fmla="*/ 268194 h 274766"/>
              <a:gd name="connsiteX33" fmla="*/ 296537 w 306421"/>
              <a:gd name="connsiteY33" fmla="*/ 271054 h 27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6421" h="274766">
                <a:moveTo>
                  <a:pt x="14827" y="204107"/>
                </a:moveTo>
                <a:cubicBezTo>
                  <a:pt x="10978" y="204107"/>
                  <a:pt x="7552" y="202749"/>
                  <a:pt x="4534" y="200025"/>
                </a:cubicBezTo>
                <a:cubicBezTo>
                  <a:pt x="1509" y="197308"/>
                  <a:pt x="0" y="193631"/>
                  <a:pt x="0" y="189000"/>
                </a:cubicBezTo>
                <a:lnTo>
                  <a:pt x="0" y="29391"/>
                </a:lnTo>
                <a:cubicBezTo>
                  <a:pt x="0" y="21227"/>
                  <a:pt x="2886" y="14291"/>
                  <a:pt x="8646" y="8569"/>
                </a:cubicBezTo>
                <a:cubicBezTo>
                  <a:pt x="14405" y="2848"/>
                  <a:pt x="21417" y="0"/>
                  <a:pt x="29654" y="0"/>
                </a:cubicBezTo>
                <a:lnTo>
                  <a:pt x="204689" y="0"/>
                </a:lnTo>
                <a:cubicBezTo>
                  <a:pt x="212926" y="0"/>
                  <a:pt x="219925" y="2861"/>
                  <a:pt x="225697" y="8569"/>
                </a:cubicBezTo>
                <a:cubicBezTo>
                  <a:pt x="231470" y="14278"/>
                  <a:pt x="234343" y="21227"/>
                  <a:pt x="234343" y="29391"/>
                </a:cubicBezTo>
                <a:lnTo>
                  <a:pt x="234343" y="137565"/>
                </a:lnTo>
                <a:cubicBezTo>
                  <a:pt x="234343" y="145729"/>
                  <a:pt x="231457" y="152666"/>
                  <a:pt x="225697" y="158387"/>
                </a:cubicBezTo>
                <a:cubicBezTo>
                  <a:pt x="219938" y="164109"/>
                  <a:pt x="212926" y="166956"/>
                  <a:pt x="204689" y="166956"/>
                </a:cubicBezTo>
                <a:lnTo>
                  <a:pt x="58068" y="166956"/>
                </a:lnTo>
                <a:lnTo>
                  <a:pt x="25120" y="199614"/>
                </a:lnTo>
                <a:cubicBezTo>
                  <a:pt x="23743" y="201246"/>
                  <a:pt x="22168" y="202409"/>
                  <a:pt x="20382" y="203082"/>
                </a:cubicBezTo>
                <a:cubicBezTo>
                  <a:pt x="18596" y="203761"/>
                  <a:pt x="16738" y="204101"/>
                  <a:pt x="14820" y="204101"/>
                </a:cubicBezTo>
                <a:close/>
                <a:moveTo>
                  <a:pt x="296537" y="271054"/>
                </a:moveTo>
                <a:cubicBezTo>
                  <a:pt x="295159" y="273236"/>
                  <a:pt x="292892" y="274457"/>
                  <a:pt x="289743" y="274725"/>
                </a:cubicBezTo>
                <a:cubicBezTo>
                  <a:pt x="286586" y="274999"/>
                  <a:pt x="283772" y="273909"/>
                  <a:pt x="281301" y="271459"/>
                </a:cubicBezTo>
                <a:lnTo>
                  <a:pt x="248353" y="238802"/>
                </a:lnTo>
                <a:lnTo>
                  <a:pt x="87314" y="238802"/>
                </a:lnTo>
                <a:cubicBezTo>
                  <a:pt x="79347" y="238802"/>
                  <a:pt x="72487" y="235941"/>
                  <a:pt x="66721" y="230233"/>
                </a:cubicBezTo>
                <a:cubicBezTo>
                  <a:pt x="60955" y="224524"/>
                  <a:pt x="58075" y="217719"/>
                  <a:pt x="58075" y="209822"/>
                </a:cubicBezTo>
                <a:lnTo>
                  <a:pt x="58075" y="199620"/>
                </a:lnTo>
                <a:lnTo>
                  <a:pt x="237644" y="199620"/>
                </a:lnTo>
                <a:cubicBezTo>
                  <a:pt x="245882" y="199620"/>
                  <a:pt x="252880" y="196759"/>
                  <a:pt x="258652" y="191051"/>
                </a:cubicBezTo>
                <a:cubicBezTo>
                  <a:pt x="264425" y="185342"/>
                  <a:pt x="267298" y="178393"/>
                  <a:pt x="267298" y="170229"/>
                </a:cubicBezTo>
                <a:lnTo>
                  <a:pt x="267298" y="57150"/>
                </a:lnTo>
                <a:lnTo>
                  <a:pt x="277591" y="57150"/>
                </a:lnTo>
                <a:cubicBezTo>
                  <a:pt x="285552" y="57150"/>
                  <a:pt x="292346" y="60011"/>
                  <a:pt x="297980" y="65719"/>
                </a:cubicBezTo>
                <a:cubicBezTo>
                  <a:pt x="303607" y="71434"/>
                  <a:pt x="306421" y="78240"/>
                  <a:pt x="306421" y="86130"/>
                </a:cubicBezTo>
                <a:lnTo>
                  <a:pt x="306421" y="260846"/>
                </a:lnTo>
                <a:cubicBezTo>
                  <a:pt x="306421" y="263844"/>
                  <a:pt x="305459" y="266293"/>
                  <a:pt x="303535" y="268194"/>
                </a:cubicBezTo>
                <a:cubicBezTo>
                  <a:pt x="301611" y="270094"/>
                  <a:pt x="299278" y="271054"/>
                  <a:pt x="296537" y="271054"/>
                </a:cubicBezTo>
                <a:close/>
              </a:path>
            </a:pathLst>
          </a:custGeom>
          <a:solidFill>
            <a:schemeClr val="accent1"/>
          </a:solidFill>
          <a:ln w="6485" cap="flat">
            <a:noFill/>
            <a:prstDash val="solid"/>
            <a:miter/>
          </a:ln>
        </p:spPr>
        <p:txBody>
          <a:bodyPr rtlCol="0" anchor="ctr"/>
          <a:lstStyle/>
          <a:p>
            <a:endParaRPr lang="en-US">
              <a:solidFill>
                <a:schemeClr val="accent2"/>
              </a:solidFill>
            </a:endParaRPr>
          </a:p>
        </p:txBody>
      </p:sp>
      <p:sp>
        <p:nvSpPr>
          <p:cNvPr id="48" name="Graphic 124">
            <a:extLst>
              <a:ext uri="{FF2B5EF4-FFF2-40B4-BE49-F238E27FC236}">
                <a16:creationId xmlns:a16="http://schemas.microsoft.com/office/drawing/2014/main" id="{E1D0A215-E509-5F05-2247-219A46778818}"/>
              </a:ext>
            </a:extLst>
          </p:cNvPr>
          <p:cNvSpPr>
            <a:spLocks noChangeAspect="1"/>
          </p:cNvSpPr>
          <p:nvPr/>
        </p:nvSpPr>
        <p:spPr>
          <a:xfrm>
            <a:off x="443876" y="1612730"/>
            <a:ext cx="214978" cy="170172"/>
          </a:xfrm>
          <a:custGeom>
            <a:avLst/>
            <a:gdLst>
              <a:gd name="connsiteX0" fmla="*/ 36061 w 443317"/>
              <a:gd name="connsiteY0" fmla="*/ 341563 h 350921"/>
              <a:gd name="connsiteX1" fmla="*/ 10346 w 443317"/>
              <a:gd name="connsiteY1" fmla="*/ 331326 h 350921"/>
              <a:gd name="connsiteX2" fmla="*/ 0 w 443317"/>
              <a:gd name="connsiteY2" fmla="*/ 306471 h 350921"/>
              <a:gd name="connsiteX3" fmla="*/ 0 w 443317"/>
              <a:gd name="connsiteY3" fmla="*/ 289515 h 350921"/>
              <a:gd name="connsiteX4" fmla="*/ 9457 w 443317"/>
              <a:gd name="connsiteY4" fmla="*/ 257342 h 350921"/>
              <a:gd name="connsiteX5" fmla="*/ 34283 w 443317"/>
              <a:gd name="connsiteY5" fmla="*/ 235117 h 350921"/>
              <a:gd name="connsiteX6" fmla="*/ 98121 w 443317"/>
              <a:gd name="connsiteY6" fmla="*/ 210553 h 350921"/>
              <a:gd name="connsiteX7" fmla="*/ 177327 w 443317"/>
              <a:gd name="connsiteY7" fmla="*/ 201195 h 350921"/>
              <a:gd name="connsiteX8" fmla="*/ 191806 w 443317"/>
              <a:gd name="connsiteY8" fmla="*/ 201195 h 350921"/>
              <a:gd name="connsiteX9" fmla="*/ 205104 w 443317"/>
              <a:gd name="connsiteY9" fmla="*/ 202364 h 350921"/>
              <a:gd name="connsiteX10" fmla="*/ 218997 w 443317"/>
              <a:gd name="connsiteY10" fmla="*/ 213482 h 350921"/>
              <a:gd name="connsiteX11" fmla="*/ 214561 w 443317"/>
              <a:gd name="connsiteY11" fmla="*/ 231028 h 350921"/>
              <a:gd name="connsiteX12" fmla="*/ 200375 w 443317"/>
              <a:gd name="connsiteY12" fmla="*/ 244484 h 350921"/>
              <a:gd name="connsiteX13" fmla="*/ 183824 w 443317"/>
              <a:gd name="connsiteY13" fmla="*/ 278407 h 350921"/>
              <a:gd name="connsiteX14" fmla="*/ 192100 w 443317"/>
              <a:gd name="connsiteY14" fmla="*/ 313499 h 350921"/>
              <a:gd name="connsiteX15" fmla="*/ 193878 w 443317"/>
              <a:gd name="connsiteY15" fmla="*/ 332215 h 350921"/>
              <a:gd name="connsiteX16" fmla="*/ 179105 w 443317"/>
              <a:gd name="connsiteY16" fmla="*/ 341573 h 350921"/>
              <a:gd name="connsiteX17" fmla="*/ 36061 w 443317"/>
              <a:gd name="connsiteY17" fmla="*/ 341573 h 350921"/>
              <a:gd name="connsiteX18" fmla="*/ 177337 w 443317"/>
              <a:gd name="connsiteY18" fmla="*/ 163763 h 350921"/>
              <a:gd name="connsiteX19" fmla="*/ 118814 w 443317"/>
              <a:gd name="connsiteY19" fmla="*/ 139788 h 350921"/>
              <a:gd name="connsiteX20" fmla="*/ 94584 w 443317"/>
              <a:gd name="connsiteY20" fmla="*/ 81882 h 350921"/>
              <a:gd name="connsiteX21" fmla="*/ 118814 w 443317"/>
              <a:gd name="connsiteY21" fmla="*/ 23975 h 350921"/>
              <a:gd name="connsiteX22" fmla="*/ 177337 w 443317"/>
              <a:gd name="connsiteY22" fmla="*/ 0 h 350921"/>
              <a:gd name="connsiteX23" fmla="*/ 235859 w 443317"/>
              <a:gd name="connsiteY23" fmla="*/ 23975 h 350921"/>
              <a:gd name="connsiteX24" fmla="*/ 260089 w 443317"/>
              <a:gd name="connsiteY24" fmla="*/ 81882 h 350921"/>
              <a:gd name="connsiteX25" fmla="*/ 235859 w 443317"/>
              <a:gd name="connsiteY25" fmla="*/ 139788 h 350921"/>
              <a:gd name="connsiteX26" fmla="*/ 177337 w 443317"/>
              <a:gd name="connsiteY26" fmla="*/ 163763 h 350921"/>
              <a:gd name="connsiteX27" fmla="*/ 306194 w 443317"/>
              <a:gd name="connsiteY27" fmla="*/ 309980 h 350921"/>
              <a:gd name="connsiteX28" fmla="*/ 413177 w 443317"/>
              <a:gd name="connsiteY28" fmla="*/ 204124 h 350921"/>
              <a:gd name="connsiteX29" fmla="*/ 425292 w 443317"/>
              <a:gd name="connsiteY29" fmla="*/ 199155 h 350921"/>
              <a:gd name="connsiteX30" fmla="*/ 438003 w 443317"/>
              <a:gd name="connsiteY30" fmla="*/ 204124 h 350921"/>
              <a:gd name="connsiteX31" fmla="*/ 443318 w 443317"/>
              <a:gd name="connsiteY31" fmla="*/ 216401 h 350921"/>
              <a:gd name="connsiteX32" fmla="*/ 438003 w 443317"/>
              <a:gd name="connsiteY32" fmla="*/ 228679 h 350921"/>
              <a:gd name="connsiteX33" fmla="*/ 320967 w 443317"/>
              <a:gd name="connsiteY33" fmla="*/ 344483 h 350921"/>
              <a:gd name="connsiteX34" fmla="*/ 306194 w 443317"/>
              <a:gd name="connsiteY34" fmla="*/ 350921 h 350921"/>
              <a:gd name="connsiteX35" fmla="*/ 291422 w 443317"/>
              <a:gd name="connsiteY35" fmla="*/ 344483 h 350921"/>
              <a:gd name="connsiteX36" fmla="*/ 245317 w 443317"/>
              <a:gd name="connsiteY36" fmla="*/ 298863 h 350921"/>
              <a:gd name="connsiteX37" fmla="*/ 240295 w 443317"/>
              <a:gd name="connsiteY37" fmla="*/ 286876 h 350921"/>
              <a:gd name="connsiteX38" fmla="*/ 245317 w 443317"/>
              <a:gd name="connsiteY38" fmla="*/ 274299 h 350921"/>
              <a:gd name="connsiteX39" fmla="*/ 257725 w 443317"/>
              <a:gd name="connsiteY39" fmla="*/ 269039 h 350921"/>
              <a:gd name="connsiteX40" fmla="*/ 270133 w 443317"/>
              <a:gd name="connsiteY40" fmla="*/ 274299 h 350921"/>
              <a:gd name="connsiteX41" fmla="*/ 306185 w 443317"/>
              <a:gd name="connsiteY41" fmla="*/ 309971 h 3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43317" h="350921">
                <a:moveTo>
                  <a:pt x="36061" y="341563"/>
                </a:moveTo>
                <a:cubicBezTo>
                  <a:pt x="25809" y="341563"/>
                  <a:pt x="17241" y="338157"/>
                  <a:pt x="10346" y="331326"/>
                </a:cubicBezTo>
                <a:cubicBezTo>
                  <a:pt x="3452" y="324504"/>
                  <a:pt x="0" y="316222"/>
                  <a:pt x="0" y="306471"/>
                </a:cubicBezTo>
                <a:lnTo>
                  <a:pt x="0" y="289515"/>
                </a:lnTo>
                <a:cubicBezTo>
                  <a:pt x="0" y="277434"/>
                  <a:pt x="3149" y="266700"/>
                  <a:pt x="9457" y="257342"/>
                </a:cubicBezTo>
                <a:cubicBezTo>
                  <a:pt x="15756" y="247984"/>
                  <a:pt x="24031" y="240582"/>
                  <a:pt x="34283" y="235117"/>
                </a:cubicBezTo>
                <a:cubicBezTo>
                  <a:pt x="54380" y="224983"/>
                  <a:pt x="75660" y="216794"/>
                  <a:pt x="98121" y="210553"/>
                </a:cubicBezTo>
                <a:cubicBezTo>
                  <a:pt x="120582" y="204320"/>
                  <a:pt x="146978" y="201195"/>
                  <a:pt x="177327" y="201195"/>
                </a:cubicBezTo>
                <a:lnTo>
                  <a:pt x="191806" y="201195"/>
                </a:lnTo>
                <a:cubicBezTo>
                  <a:pt x="196337" y="201195"/>
                  <a:pt x="200763" y="201588"/>
                  <a:pt x="205104" y="202364"/>
                </a:cubicBezTo>
                <a:cubicBezTo>
                  <a:pt x="212197" y="203151"/>
                  <a:pt x="216821" y="206847"/>
                  <a:pt x="218997" y="213482"/>
                </a:cubicBezTo>
                <a:cubicBezTo>
                  <a:pt x="221162" y="220116"/>
                  <a:pt x="219678" y="225965"/>
                  <a:pt x="214561" y="231028"/>
                </a:cubicBezTo>
                <a:lnTo>
                  <a:pt x="200375" y="244484"/>
                </a:lnTo>
                <a:cubicBezTo>
                  <a:pt x="190917" y="254235"/>
                  <a:pt x="185394" y="265540"/>
                  <a:pt x="183824" y="278407"/>
                </a:cubicBezTo>
                <a:cubicBezTo>
                  <a:pt x="182245" y="291274"/>
                  <a:pt x="185007" y="302971"/>
                  <a:pt x="192100" y="313499"/>
                </a:cubicBezTo>
                <a:cubicBezTo>
                  <a:pt x="196034" y="319741"/>
                  <a:pt x="196630" y="325982"/>
                  <a:pt x="193878" y="332215"/>
                </a:cubicBezTo>
                <a:cubicBezTo>
                  <a:pt x="191116" y="338456"/>
                  <a:pt x="186198" y="341573"/>
                  <a:pt x="179105" y="341573"/>
                </a:cubicBezTo>
                <a:lnTo>
                  <a:pt x="36061" y="341573"/>
                </a:lnTo>
                <a:close/>
                <a:moveTo>
                  <a:pt x="177337" y="163763"/>
                </a:moveTo>
                <a:cubicBezTo>
                  <a:pt x="154478" y="163763"/>
                  <a:pt x="134977" y="155772"/>
                  <a:pt x="118814" y="139788"/>
                </a:cubicBezTo>
                <a:cubicBezTo>
                  <a:pt x="102651" y="123805"/>
                  <a:pt x="94584" y="104500"/>
                  <a:pt x="94584" y="81882"/>
                </a:cubicBezTo>
                <a:cubicBezTo>
                  <a:pt x="94584" y="59264"/>
                  <a:pt x="102661" y="39968"/>
                  <a:pt x="118814" y="23975"/>
                </a:cubicBezTo>
                <a:cubicBezTo>
                  <a:pt x="134967" y="7982"/>
                  <a:pt x="154478" y="0"/>
                  <a:pt x="177337" y="0"/>
                </a:cubicBezTo>
                <a:cubicBezTo>
                  <a:pt x="200195" y="0"/>
                  <a:pt x="219696" y="7992"/>
                  <a:pt x="235859" y="23975"/>
                </a:cubicBezTo>
                <a:cubicBezTo>
                  <a:pt x="252013" y="39968"/>
                  <a:pt x="260089" y="59264"/>
                  <a:pt x="260089" y="81882"/>
                </a:cubicBezTo>
                <a:cubicBezTo>
                  <a:pt x="260089" y="104500"/>
                  <a:pt x="252013" y="123796"/>
                  <a:pt x="235859" y="139788"/>
                </a:cubicBezTo>
                <a:cubicBezTo>
                  <a:pt x="219706" y="155781"/>
                  <a:pt x="200195" y="163763"/>
                  <a:pt x="177337" y="163763"/>
                </a:cubicBezTo>
                <a:close/>
                <a:moveTo>
                  <a:pt x="306194" y="309980"/>
                </a:moveTo>
                <a:lnTo>
                  <a:pt x="413177" y="204124"/>
                </a:lnTo>
                <a:cubicBezTo>
                  <a:pt x="416326" y="201008"/>
                  <a:pt x="420365" y="199351"/>
                  <a:pt x="425292" y="199155"/>
                </a:cubicBezTo>
                <a:cubicBezTo>
                  <a:pt x="430219" y="198958"/>
                  <a:pt x="434456" y="200615"/>
                  <a:pt x="438003" y="204124"/>
                </a:cubicBezTo>
                <a:cubicBezTo>
                  <a:pt x="441549" y="207633"/>
                  <a:pt x="443318" y="211722"/>
                  <a:pt x="443318" y="216401"/>
                </a:cubicBezTo>
                <a:cubicBezTo>
                  <a:pt x="443318" y="221080"/>
                  <a:pt x="441540" y="225179"/>
                  <a:pt x="438003" y="228679"/>
                </a:cubicBezTo>
                <a:lnTo>
                  <a:pt x="320967" y="344483"/>
                </a:lnTo>
                <a:cubicBezTo>
                  <a:pt x="316626" y="348778"/>
                  <a:pt x="311708" y="350921"/>
                  <a:pt x="306194" y="350921"/>
                </a:cubicBezTo>
                <a:cubicBezTo>
                  <a:pt x="300681" y="350921"/>
                  <a:pt x="295753" y="348778"/>
                  <a:pt x="291422" y="344483"/>
                </a:cubicBezTo>
                <a:lnTo>
                  <a:pt x="245317" y="298863"/>
                </a:lnTo>
                <a:cubicBezTo>
                  <a:pt x="242158" y="295747"/>
                  <a:pt x="240484" y="291751"/>
                  <a:pt x="240295" y="286876"/>
                </a:cubicBezTo>
                <a:cubicBezTo>
                  <a:pt x="240096" y="282000"/>
                  <a:pt x="241770" y="277808"/>
                  <a:pt x="245317" y="274299"/>
                </a:cubicBezTo>
                <a:cubicBezTo>
                  <a:pt x="248863" y="270789"/>
                  <a:pt x="252996" y="269039"/>
                  <a:pt x="257725" y="269039"/>
                </a:cubicBezTo>
                <a:cubicBezTo>
                  <a:pt x="262454" y="269039"/>
                  <a:pt x="266596" y="270799"/>
                  <a:pt x="270133" y="274299"/>
                </a:cubicBezTo>
                <a:lnTo>
                  <a:pt x="306185" y="309971"/>
                </a:lnTo>
                <a:close/>
              </a:path>
            </a:pathLst>
          </a:custGeom>
          <a:solidFill>
            <a:schemeClr val="accent1"/>
          </a:solidFill>
          <a:ln w="9322" cap="flat">
            <a:noFill/>
            <a:prstDash val="solid"/>
            <a:miter/>
          </a:ln>
        </p:spPr>
        <p:txBody>
          <a:bodyPr rtlCol="0" anchor="ctr"/>
          <a:lstStyle/>
          <a:p>
            <a:endParaRPr lang="en-US">
              <a:solidFill>
                <a:schemeClr val="accent3">
                  <a:lumMod val="60000"/>
                  <a:lumOff val="40000"/>
                </a:schemeClr>
              </a:solidFill>
            </a:endParaRPr>
          </a:p>
        </p:txBody>
      </p:sp>
      <p:sp>
        <p:nvSpPr>
          <p:cNvPr id="49" name="Graphic 287">
            <a:extLst>
              <a:ext uri="{FF2B5EF4-FFF2-40B4-BE49-F238E27FC236}">
                <a16:creationId xmlns:a16="http://schemas.microsoft.com/office/drawing/2014/main" id="{0156121D-A30F-E26F-9249-CD10971A16ED}"/>
              </a:ext>
            </a:extLst>
          </p:cNvPr>
          <p:cNvSpPr/>
          <p:nvPr/>
        </p:nvSpPr>
        <p:spPr>
          <a:xfrm>
            <a:off x="3775572" y="1606380"/>
            <a:ext cx="208696" cy="181707"/>
          </a:xfrm>
          <a:custGeom>
            <a:avLst/>
            <a:gdLst>
              <a:gd name="connsiteX0" fmla="*/ 32516 w 208696"/>
              <a:gd name="connsiteY0" fmla="*/ 181708 h 181707"/>
              <a:gd name="connsiteX1" fmla="*/ 26160 w 208696"/>
              <a:gd name="connsiteY1" fmla="*/ 179218 h 181707"/>
              <a:gd name="connsiteX2" fmla="*/ 23648 w 208696"/>
              <a:gd name="connsiteY2" fmla="*/ 172915 h 181707"/>
              <a:gd name="connsiteX3" fmla="*/ 23648 w 208696"/>
              <a:gd name="connsiteY3" fmla="*/ 99060 h 181707"/>
              <a:gd name="connsiteX4" fmla="*/ 8868 w 208696"/>
              <a:gd name="connsiteY4" fmla="*/ 99060 h 181707"/>
              <a:gd name="connsiteX5" fmla="*/ 2511 w 208696"/>
              <a:gd name="connsiteY5" fmla="*/ 96570 h 181707"/>
              <a:gd name="connsiteX6" fmla="*/ 0 w 208696"/>
              <a:gd name="connsiteY6" fmla="*/ 90268 h 181707"/>
              <a:gd name="connsiteX7" fmla="*/ 2511 w 208696"/>
              <a:gd name="connsiteY7" fmla="*/ 83965 h 181707"/>
              <a:gd name="connsiteX8" fmla="*/ 8868 w 208696"/>
              <a:gd name="connsiteY8" fmla="*/ 81475 h 181707"/>
              <a:gd name="connsiteX9" fmla="*/ 56165 w 208696"/>
              <a:gd name="connsiteY9" fmla="*/ 81475 h 181707"/>
              <a:gd name="connsiteX10" fmla="*/ 62521 w 208696"/>
              <a:gd name="connsiteY10" fmla="*/ 83965 h 181707"/>
              <a:gd name="connsiteX11" fmla="*/ 65033 w 208696"/>
              <a:gd name="connsiteY11" fmla="*/ 89972 h 181707"/>
              <a:gd name="connsiteX12" fmla="*/ 62521 w 208696"/>
              <a:gd name="connsiteY12" fmla="*/ 96420 h 181707"/>
              <a:gd name="connsiteX13" fmla="*/ 56165 w 208696"/>
              <a:gd name="connsiteY13" fmla="*/ 99055 h 181707"/>
              <a:gd name="connsiteX14" fmla="*/ 41385 w 208696"/>
              <a:gd name="connsiteY14" fmla="*/ 99055 h 181707"/>
              <a:gd name="connsiteX15" fmla="*/ 41385 w 208696"/>
              <a:gd name="connsiteY15" fmla="*/ 172911 h 181707"/>
              <a:gd name="connsiteX16" fmla="*/ 38873 w 208696"/>
              <a:gd name="connsiteY16" fmla="*/ 179213 h 181707"/>
              <a:gd name="connsiteX17" fmla="*/ 32516 w 208696"/>
              <a:gd name="connsiteY17" fmla="*/ 181703 h 181707"/>
              <a:gd name="connsiteX18" fmla="*/ 32516 w 208696"/>
              <a:gd name="connsiteY18" fmla="*/ 53340 h 181707"/>
              <a:gd name="connsiteX19" fmla="*/ 26160 w 208696"/>
              <a:gd name="connsiteY19" fmla="*/ 50850 h 181707"/>
              <a:gd name="connsiteX20" fmla="*/ 23648 w 208696"/>
              <a:gd name="connsiteY20" fmla="*/ 44548 h 181707"/>
              <a:gd name="connsiteX21" fmla="*/ 23648 w 208696"/>
              <a:gd name="connsiteY21" fmla="*/ 8792 h 181707"/>
              <a:gd name="connsiteX22" fmla="*/ 26160 w 208696"/>
              <a:gd name="connsiteY22" fmla="*/ 2490 h 181707"/>
              <a:gd name="connsiteX23" fmla="*/ 32516 w 208696"/>
              <a:gd name="connsiteY23" fmla="*/ 0 h 181707"/>
              <a:gd name="connsiteX24" fmla="*/ 38873 w 208696"/>
              <a:gd name="connsiteY24" fmla="*/ 2490 h 181707"/>
              <a:gd name="connsiteX25" fmla="*/ 41385 w 208696"/>
              <a:gd name="connsiteY25" fmla="*/ 8792 h 181707"/>
              <a:gd name="connsiteX26" fmla="*/ 41385 w 208696"/>
              <a:gd name="connsiteY26" fmla="*/ 44548 h 181707"/>
              <a:gd name="connsiteX27" fmla="*/ 38873 w 208696"/>
              <a:gd name="connsiteY27" fmla="*/ 50850 h 181707"/>
              <a:gd name="connsiteX28" fmla="*/ 32516 w 208696"/>
              <a:gd name="connsiteY28" fmla="*/ 53340 h 181707"/>
              <a:gd name="connsiteX29" fmla="*/ 80697 w 208696"/>
              <a:gd name="connsiteY29" fmla="*/ 53340 h 181707"/>
              <a:gd name="connsiteX30" fmla="*/ 74341 w 208696"/>
              <a:gd name="connsiteY30" fmla="*/ 50850 h 181707"/>
              <a:gd name="connsiteX31" fmla="*/ 71829 w 208696"/>
              <a:gd name="connsiteY31" fmla="*/ 44843 h 181707"/>
              <a:gd name="connsiteX32" fmla="*/ 74341 w 208696"/>
              <a:gd name="connsiteY32" fmla="*/ 38395 h 181707"/>
              <a:gd name="connsiteX33" fmla="*/ 80697 w 208696"/>
              <a:gd name="connsiteY33" fmla="*/ 35760 h 181707"/>
              <a:gd name="connsiteX34" fmla="*/ 95478 w 208696"/>
              <a:gd name="connsiteY34" fmla="*/ 35760 h 181707"/>
              <a:gd name="connsiteX35" fmla="*/ 95478 w 208696"/>
              <a:gd name="connsiteY35" fmla="*/ 8792 h 181707"/>
              <a:gd name="connsiteX36" fmla="*/ 97989 w 208696"/>
              <a:gd name="connsiteY36" fmla="*/ 2490 h 181707"/>
              <a:gd name="connsiteX37" fmla="*/ 104346 w 208696"/>
              <a:gd name="connsiteY37" fmla="*/ 0 h 181707"/>
              <a:gd name="connsiteX38" fmla="*/ 110702 w 208696"/>
              <a:gd name="connsiteY38" fmla="*/ 2490 h 181707"/>
              <a:gd name="connsiteX39" fmla="*/ 113214 w 208696"/>
              <a:gd name="connsiteY39" fmla="*/ 8792 h 181707"/>
              <a:gd name="connsiteX40" fmla="*/ 113214 w 208696"/>
              <a:gd name="connsiteY40" fmla="*/ 35755 h 181707"/>
              <a:gd name="connsiteX41" fmla="*/ 127994 w 208696"/>
              <a:gd name="connsiteY41" fmla="*/ 35755 h 181707"/>
              <a:gd name="connsiteX42" fmla="*/ 134351 w 208696"/>
              <a:gd name="connsiteY42" fmla="*/ 38245 h 181707"/>
              <a:gd name="connsiteX43" fmla="*/ 136862 w 208696"/>
              <a:gd name="connsiteY43" fmla="*/ 44548 h 181707"/>
              <a:gd name="connsiteX44" fmla="*/ 134351 w 208696"/>
              <a:gd name="connsiteY44" fmla="*/ 50850 h 181707"/>
              <a:gd name="connsiteX45" fmla="*/ 127994 w 208696"/>
              <a:gd name="connsiteY45" fmla="*/ 53340 h 181707"/>
              <a:gd name="connsiteX46" fmla="*/ 80697 w 208696"/>
              <a:gd name="connsiteY46" fmla="*/ 53340 h 181707"/>
              <a:gd name="connsiteX47" fmla="*/ 104346 w 208696"/>
              <a:gd name="connsiteY47" fmla="*/ 181708 h 181707"/>
              <a:gd name="connsiteX48" fmla="*/ 97989 w 208696"/>
              <a:gd name="connsiteY48" fmla="*/ 179218 h 181707"/>
              <a:gd name="connsiteX49" fmla="*/ 95478 w 208696"/>
              <a:gd name="connsiteY49" fmla="*/ 172915 h 181707"/>
              <a:gd name="connsiteX50" fmla="*/ 95478 w 208696"/>
              <a:gd name="connsiteY50" fmla="*/ 90268 h 181707"/>
              <a:gd name="connsiteX51" fmla="*/ 97989 w 208696"/>
              <a:gd name="connsiteY51" fmla="*/ 83965 h 181707"/>
              <a:gd name="connsiteX52" fmla="*/ 104346 w 208696"/>
              <a:gd name="connsiteY52" fmla="*/ 81475 h 181707"/>
              <a:gd name="connsiteX53" fmla="*/ 110702 w 208696"/>
              <a:gd name="connsiteY53" fmla="*/ 83965 h 181707"/>
              <a:gd name="connsiteX54" fmla="*/ 113214 w 208696"/>
              <a:gd name="connsiteY54" fmla="*/ 90268 h 181707"/>
              <a:gd name="connsiteX55" fmla="*/ 113214 w 208696"/>
              <a:gd name="connsiteY55" fmla="*/ 172915 h 181707"/>
              <a:gd name="connsiteX56" fmla="*/ 110702 w 208696"/>
              <a:gd name="connsiteY56" fmla="*/ 179218 h 181707"/>
              <a:gd name="connsiteX57" fmla="*/ 104346 w 208696"/>
              <a:gd name="connsiteY57" fmla="*/ 181708 h 181707"/>
              <a:gd name="connsiteX58" fmla="*/ 176180 w 208696"/>
              <a:gd name="connsiteY58" fmla="*/ 181708 h 181707"/>
              <a:gd name="connsiteX59" fmla="*/ 169823 w 208696"/>
              <a:gd name="connsiteY59" fmla="*/ 179218 h 181707"/>
              <a:gd name="connsiteX60" fmla="*/ 167312 w 208696"/>
              <a:gd name="connsiteY60" fmla="*/ 172915 h 181707"/>
              <a:gd name="connsiteX61" fmla="*/ 167312 w 208696"/>
              <a:gd name="connsiteY61" fmla="*/ 145952 h 181707"/>
              <a:gd name="connsiteX62" fmla="*/ 152532 w 208696"/>
              <a:gd name="connsiteY62" fmla="*/ 145952 h 181707"/>
              <a:gd name="connsiteX63" fmla="*/ 146175 w 208696"/>
              <a:gd name="connsiteY63" fmla="*/ 143462 h 181707"/>
              <a:gd name="connsiteX64" fmla="*/ 143663 w 208696"/>
              <a:gd name="connsiteY64" fmla="*/ 137160 h 181707"/>
              <a:gd name="connsiteX65" fmla="*/ 146175 w 208696"/>
              <a:gd name="connsiteY65" fmla="*/ 130858 h 181707"/>
              <a:gd name="connsiteX66" fmla="*/ 152532 w 208696"/>
              <a:gd name="connsiteY66" fmla="*/ 128368 h 181707"/>
              <a:gd name="connsiteX67" fmla="*/ 199828 w 208696"/>
              <a:gd name="connsiteY67" fmla="*/ 128368 h 181707"/>
              <a:gd name="connsiteX68" fmla="*/ 206185 w 208696"/>
              <a:gd name="connsiteY68" fmla="*/ 130858 h 181707"/>
              <a:gd name="connsiteX69" fmla="*/ 208696 w 208696"/>
              <a:gd name="connsiteY69" fmla="*/ 136865 h 181707"/>
              <a:gd name="connsiteX70" fmla="*/ 206185 w 208696"/>
              <a:gd name="connsiteY70" fmla="*/ 143312 h 181707"/>
              <a:gd name="connsiteX71" fmla="*/ 199828 w 208696"/>
              <a:gd name="connsiteY71" fmla="*/ 145948 h 181707"/>
              <a:gd name="connsiteX72" fmla="*/ 185048 w 208696"/>
              <a:gd name="connsiteY72" fmla="*/ 145948 h 181707"/>
              <a:gd name="connsiteX73" fmla="*/ 185048 w 208696"/>
              <a:gd name="connsiteY73" fmla="*/ 172911 h 181707"/>
              <a:gd name="connsiteX74" fmla="*/ 182536 w 208696"/>
              <a:gd name="connsiteY74" fmla="*/ 179213 h 181707"/>
              <a:gd name="connsiteX75" fmla="*/ 176180 w 208696"/>
              <a:gd name="connsiteY75" fmla="*/ 181703 h 181707"/>
              <a:gd name="connsiteX76" fmla="*/ 176180 w 208696"/>
              <a:gd name="connsiteY76" fmla="*/ 100232 h 181707"/>
              <a:gd name="connsiteX77" fmla="*/ 169823 w 208696"/>
              <a:gd name="connsiteY77" fmla="*/ 97742 h 181707"/>
              <a:gd name="connsiteX78" fmla="*/ 167312 w 208696"/>
              <a:gd name="connsiteY78" fmla="*/ 91440 h 181707"/>
              <a:gd name="connsiteX79" fmla="*/ 167312 w 208696"/>
              <a:gd name="connsiteY79" fmla="*/ 8792 h 181707"/>
              <a:gd name="connsiteX80" fmla="*/ 169823 w 208696"/>
              <a:gd name="connsiteY80" fmla="*/ 2490 h 181707"/>
              <a:gd name="connsiteX81" fmla="*/ 176180 w 208696"/>
              <a:gd name="connsiteY81" fmla="*/ 0 h 181707"/>
              <a:gd name="connsiteX82" fmla="*/ 182536 w 208696"/>
              <a:gd name="connsiteY82" fmla="*/ 2490 h 181707"/>
              <a:gd name="connsiteX83" fmla="*/ 185048 w 208696"/>
              <a:gd name="connsiteY83" fmla="*/ 8792 h 181707"/>
              <a:gd name="connsiteX84" fmla="*/ 185048 w 208696"/>
              <a:gd name="connsiteY84" fmla="*/ 91440 h 181707"/>
              <a:gd name="connsiteX85" fmla="*/ 182536 w 208696"/>
              <a:gd name="connsiteY85" fmla="*/ 97742 h 181707"/>
              <a:gd name="connsiteX86" fmla="*/ 176180 w 208696"/>
              <a:gd name="connsiteY86" fmla="*/ 100232 h 181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08696" h="181707">
                <a:moveTo>
                  <a:pt x="32516" y="181708"/>
                </a:moveTo>
                <a:cubicBezTo>
                  <a:pt x="29953" y="181708"/>
                  <a:pt x="27834" y="180878"/>
                  <a:pt x="26160" y="179218"/>
                </a:cubicBezTo>
                <a:cubicBezTo>
                  <a:pt x="24485" y="177558"/>
                  <a:pt x="23648" y="175457"/>
                  <a:pt x="23648" y="172915"/>
                </a:cubicBezTo>
                <a:lnTo>
                  <a:pt x="23648" y="99060"/>
                </a:lnTo>
                <a:lnTo>
                  <a:pt x="8868" y="99060"/>
                </a:lnTo>
                <a:cubicBezTo>
                  <a:pt x="6305" y="99060"/>
                  <a:pt x="4186" y="98230"/>
                  <a:pt x="2511" y="96570"/>
                </a:cubicBezTo>
                <a:cubicBezTo>
                  <a:pt x="837" y="94910"/>
                  <a:pt x="0" y="92809"/>
                  <a:pt x="0" y="90268"/>
                </a:cubicBezTo>
                <a:cubicBezTo>
                  <a:pt x="0" y="87726"/>
                  <a:pt x="837" y="85630"/>
                  <a:pt x="2511" y="83965"/>
                </a:cubicBezTo>
                <a:cubicBezTo>
                  <a:pt x="4186" y="82301"/>
                  <a:pt x="6305" y="81475"/>
                  <a:pt x="8868" y="81475"/>
                </a:cubicBezTo>
                <a:lnTo>
                  <a:pt x="56165" y="81475"/>
                </a:lnTo>
                <a:cubicBezTo>
                  <a:pt x="58723" y="81475"/>
                  <a:pt x="60842" y="82310"/>
                  <a:pt x="62521" y="83965"/>
                </a:cubicBezTo>
                <a:cubicBezTo>
                  <a:pt x="64196" y="85625"/>
                  <a:pt x="65033" y="87628"/>
                  <a:pt x="65033" y="89972"/>
                </a:cubicBezTo>
                <a:cubicBezTo>
                  <a:pt x="65033" y="92514"/>
                  <a:pt x="64191" y="94662"/>
                  <a:pt x="62521" y="96420"/>
                </a:cubicBezTo>
                <a:cubicBezTo>
                  <a:pt x="60847" y="98178"/>
                  <a:pt x="58723" y="99055"/>
                  <a:pt x="56165" y="99055"/>
                </a:cubicBezTo>
                <a:lnTo>
                  <a:pt x="41385" y="99055"/>
                </a:lnTo>
                <a:lnTo>
                  <a:pt x="41385" y="172911"/>
                </a:lnTo>
                <a:cubicBezTo>
                  <a:pt x="41385" y="175452"/>
                  <a:pt x="40543" y="177553"/>
                  <a:pt x="38873" y="179213"/>
                </a:cubicBezTo>
                <a:cubicBezTo>
                  <a:pt x="37204" y="180873"/>
                  <a:pt x="35075" y="181703"/>
                  <a:pt x="32516" y="181703"/>
                </a:cubicBezTo>
                <a:close/>
                <a:moveTo>
                  <a:pt x="32516" y="53340"/>
                </a:moveTo>
                <a:cubicBezTo>
                  <a:pt x="29953" y="53340"/>
                  <a:pt x="27834" y="52510"/>
                  <a:pt x="26160" y="50850"/>
                </a:cubicBezTo>
                <a:cubicBezTo>
                  <a:pt x="24485" y="49190"/>
                  <a:pt x="23648" y="47089"/>
                  <a:pt x="23648" y="44548"/>
                </a:cubicBezTo>
                <a:lnTo>
                  <a:pt x="23648" y="8792"/>
                </a:lnTo>
                <a:cubicBezTo>
                  <a:pt x="23648" y="6255"/>
                  <a:pt x="24485" y="4155"/>
                  <a:pt x="26160" y="2490"/>
                </a:cubicBezTo>
                <a:cubicBezTo>
                  <a:pt x="27834" y="825"/>
                  <a:pt x="29953" y="0"/>
                  <a:pt x="32516" y="0"/>
                </a:cubicBezTo>
                <a:cubicBezTo>
                  <a:pt x="35080" y="0"/>
                  <a:pt x="37194" y="835"/>
                  <a:pt x="38873" y="2490"/>
                </a:cubicBezTo>
                <a:cubicBezTo>
                  <a:pt x="40547" y="4150"/>
                  <a:pt x="41385" y="6255"/>
                  <a:pt x="41385" y="8792"/>
                </a:cubicBezTo>
                <a:lnTo>
                  <a:pt x="41385" y="44548"/>
                </a:lnTo>
                <a:cubicBezTo>
                  <a:pt x="41385" y="47089"/>
                  <a:pt x="40543" y="49190"/>
                  <a:pt x="38873" y="50850"/>
                </a:cubicBezTo>
                <a:cubicBezTo>
                  <a:pt x="37204" y="52510"/>
                  <a:pt x="35075" y="53340"/>
                  <a:pt x="32516" y="53340"/>
                </a:cubicBezTo>
                <a:close/>
                <a:moveTo>
                  <a:pt x="80697" y="53340"/>
                </a:moveTo>
                <a:cubicBezTo>
                  <a:pt x="78134" y="53340"/>
                  <a:pt x="76015" y="52510"/>
                  <a:pt x="74341" y="50850"/>
                </a:cubicBezTo>
                <a:cubicBezTo>
                  <a:pt x="72666" y="49190"/>
                  <a:pt x="71829" y="47188"/>
                  <a:pt x="71829" y="44843"/>
                </a:cubicBezTo>
                <a:cubicBezTo>
                  <a:pt x="71829" y="42306"/>
                  <a:pt x="72666" y="40154"/>
                  <a:pt x="74341" y="38395"/>
                </a:cubicBezTo>
                <a:cubicBezTo>
                  <a:pt x="76015" y="36637"/>
                  <a:pt x="78134" y="35760"/>
                  <a:pt x="80697" y="35760"/>
                </a:cubicBezTo>
                <a:lnTo>
                  <a:pt x="95478" y="35760"/>
                </a:lnTo>
                <a:lnTo>
                  <a:pt x="95478" y="8792"/>
                </a:lnTo>
                <a:cubicBezTo>
                  <a:pt x="95478" y="6255"/>
                  <a:pt x="96315" y="4155"/>
                  <a:pt x="97989" y="2490"/>
                </a:cubicBezTo>
                <a:cubicBezTo>
                  <a:pt x="99663" y="825"/>
                  <a:pt x="101782" y="0"/>
                  <a:pt x="104346" y="0"/>
                </a:cubicBezTo>
                <a:cubicBezTo>
                  <a:pt x="106909" y="0"/>
                  <a:pt x="109023" y="835"/>
                  <a:pt x="110702" y="2490"/>
                </a:cubicBezTo>
                <a:cubicBezTo>
                  <a:pt x="112377" y="4150"/>
                  <a:pt x="113214" y="6255"/>
                  <a:pt x="113214" y="8792"/>
                </a:cubicBezTo>
                <a:lnTo>
                  <a:pt x="113214" y="35755"/>
                </a:lnTo>
                <a:lnTo>
                  <a:pt x="127994" y="35755"/>
                </a:lnTo>
                <a:cubicBezTo>
                  <a:pt x="130553" y="35755"/>
                  <a:pt x="132672" y="36590"/>
                  <a:pt x="134351" y="38245"/>
                </a:cubicBezTo>
                <a:cubicBezTo>
                  <a:pt x="136025" y="39905"/>
                  <a:pt x="136862" y="42011"/>
                  <a:pt x="136862" y="44548"/>
                </a:cubicBezTo>
                <a:cubicBezTo>
                  <a:pt x="136862" y="47085"/>
                  <a:pt x="136020" y="49190"/>
                  <a:pt x="134351" y="50850"/>
                </a:cubicBezTo>
                <a:cubicBezTo>
                  <a:pt x="132681" y="52510"/>
                  <a:pt x="130553" y="53340"/>
                  <a:pt x="127994" y="53340"/>
                </a:cubicBezTo>
                <a:lnTo>
                  <a:pt x="80697" y="53340"/>
                </a:lnTo>
                <a:close/>
                <a:moveTo>
                  <a:pt x="104346" y="181708"/>
                </a:moveTo>
                <a:cubicBezTo>
                  <a:pt x="101782" y="181708"/>
                  <a:pt x="99663" y="180878"/>
                  <a:pt x="97989" y="179218"/>
                </a:cubicBezTo>
                <a:cubicBezTo>
                  <a:pt x="96315" y="177558"/>
                  <a:pt x="95478" y="175457"/>
                  <a:pt x="95478" y="172915"/>
                </a:cubicBezTo>
                <a:lnTo>
                  <a:pt x="95478" y="90268"/>
                </a:lnTo>
                <a:cubicBezTo>
                  <a:pt x="95478" y="87731"/>
                  <a:pt x="96315" y="85630"/>
                  <a:pt x="97989" y="83965"/>
                </a:cubicBezTo>
                <a:cubicBezTo>
                  <a:pt x="99663" y="82301"/>
                  <a:pt x="101782" y="81475"/>
                  <a:pt x="104346" y="81475"/>
                </a:cubicBezTo>
                <a:cubicBezTo>
                  <a:pt x="106909" y="81475"/>
                  <a:pt x="109023" y="82310"/>
                  <a:pt x="110702" y="83965"/>
                </a:cubicBezTo>
                <a:cubicBezTo>
                  <a:pt x="112377" y="85625"/>
                  <a:pt x="113214" y="87731"/>
                  <a:pt x="113214" y="90268"/>
                </a:cubicBezTo>
                <a:lnTo>
                  <a:pt x="113214" y="172915"/>
                </a:lnTo>
                <a:cubicBezTo>
                  <a:pt x="113214" y="175457"/>
                  <a:pt x="112372" y="177558"/>
                  <a:pt x="110702" y="179218"/>
                </a:cubicBezTo>
                <a:cubicBezTo>
                  <a:pt x="109033" y="180878"/>
                  <a:pt x="106904" y="181708"/>
                  <a:pt x="104346" y="181708"/>
                </a:cubicBezTo>
                <a:close/>
                <a:moveTo>
                  <a:pt x="176180" y="181708"/>
                </a:moveTo>
                <a:cubicBezTo>
                  <a:pt x="173616" y="181708"/>
                  <a:pt x="171497" y="180878"/>
                  <a:pt x="169823" y="179218"/>
                </a:cubicBezTo>
                <a:cubicBezTo>
                  <a:pt x="168149" y="177558"/>
                  <a:pt x="167312" y="175457"/>
                  <a:pt x="167312" y="172915"/>
                </a:cubicBezTo>
                <a:lnTo>
                  <a:pt x="167312" y="145952"/>
                </a:lnTo>
                <a:lnTo>
                  <a:pt x="152532" y="145952"/>
                </a:lnTo>
                <a:cubicBezTo>
                  <a:pt x="149968" y="145952"/>
                  <a:pt x="147849" y="145122"/>
                  <a:pt x="146175" y="143462"/>
                </a:cubicBezTo>
                <a:cubicBezTo>
                  <a:pt x="144501" y="141802"/>
                  <a:pt x="143663" y="139702"/>
                  <a:pt x="143663" y="137160"/>
                </a:cubicBezTo>
                <a:cubicBezTo>
                  <a:pt x="143663" y="134618"/>
                  <a:pt x="144501" y="132522"/>
                  <a:pt x="146175" y="130858"/>
                </a:cubicBezTo>
                <a:cubicBezTo>
                  <a:pt x="147849" y="129193"/>
                  <a:pt x="149968" y="128368"/>
                  <a:pt x="152532" y="128368"/>
                </a:cubicBezTo>
                <a:lnTo>
                  <a:pt x="199828" y="128368"/>
                </a:lnTo>
                <a:cubicBezTo>
                  <a:pt x="202387" y="128368"/>
                  <a:pt x="204506" y="129202"/>
                  <a:pt x="206185" y="130858"/>
                </a:cubicBezTo>
                <a:cubicBezTo>
                  <a:pt x="207859" y="132518"/>
                  <a:pt x="208696" y="134520"/>
                  <a:pt x="208696" y="136865"/>
                </a:cubicBezTo>
                <a:cubicBezTo>
                  <a:pt x="208696" y="139406"/>
                  <a:pt x="207854" y="141554"/>
                  <a:pt x="206185" y="143312"/>
                </a:cubicBezTo>
                <a:cubicBezTo>
                  <a:pt x="204510" y="145071"/>
                  <a:pt x="202387" y="145948"/>
                  <a:pt x="199828" y="145948"/>
                </a:cubicBezTo>
                <a:lnTo>
                  <a:pt x="185048" y="145948"/>
                </a:lnTo>
                <a:lnTo>
                  <a:pt x="185048" y="172911"/>
                </a:lnTo>
                <a:cubicBezTo>
                  <a:pt x="185048" y="175452"/>
                  <a:pt x="184206" y="177553"/>
                  <a:pt x="182536" y="179213"/>
                </a:cubicBezTo>
                <a:cubicBezTo>
                  <a:pt x="180867" y="180873"/>
                  <a:pt x="178739" y="181703"/>
                  <a:pt x="176180" y="181703"/>
                </a:cubicBezTo>
                <a:close/>
                <a:moveTo>
                  <a:pt x="176180" y="100232"/>
                </a:moveTo>
                <a:cubicBezTo>
                  <a:pt x="173616" y="100232"/>
                  <a:pt x="171497" y="99402"/>
                  <a:pt x="169823" y="97742"/>
                </a:cubicBezTo>
                <a:cubicBezTo>
                  <a:pt x="168149" y="96082"/>
                  <a:pt x="167312" y="93982"/>
                  <a:pt x="167312" y="91440"/>
                </a:cubicBezTo>
                <a:lnTo>
                  <a:pt x="167312" y="8792"/>
                </a:lnTo>
                <a:cubicBezTo>
                  <a:pt x="167312" y="6255"/>
                  <a:pt x="168149" y="4155"/>
                  <a:pt x="169823" y="2490"/>
                </a:cubicBezTo>
                <a:cubicBezTo>
                  <a:pt x="171497" y="825"/>
                  <a:pt x="173616" y="0"/>
                  <a:pt x="176180" y="0"/>
                </a:cubicBezTo>
                <a:cubicBezTo>
                  <a:pt x="178743" y="0"/>
                  <a:pt x="180857" y="835"/>
                  <a:pt x="182536" y="2490"/>
                </a:cubicBezTo>
                <a:cubicBezTo>
                  <a:pt x="184211" y="4150"/>
                  <a:pt x="185048" y="6255"/>
                  <a:pt x="185048" y="8792"/>
                </a:cubicBezTo>
                <a:lnTo>
                  <a:pt x="185048" y="91440"/>
                </a:lnTo>
                <a:cubicBezTo>
                  <a:pt x="185048" y="93982"/>
                  <a:pt x="184206" y="96082"/>
                  <a:pt x="182536" y="97742"/>
                </a:cubicBezTo>
                <a:cubicBezTo>
                  <a:pt x="180867" y="99402"/>
                  <a:pt x="178739" y="100232"/>
                  <a:pt x="176180" y="100232"/>
                </a:cubicBezTo>
                <a:close/>
              </a:path>
            </a:pathLst>
          </a:custGeom>
          <a:solidFill>
            <a:schemeClr val="accent1"/>
          </a:solidFill>
          <a:ln w="4546" cap="flat">
            <a:noFill/>
            <a:prstDash val="solid"/>
            <a:miter/>
          </a:ln>
        </p:spPr>
        <p:txBody>
          <a:bodyPr rtlCol="0" anchor="ctr"/>
          <a:lstStyle/>
          <a:p>
            <a:endParaRPr lang="en-US"/>
          </a:p>
        </p:txBody>
      </p:sp>
      <p:sp>
        <p:nvSpPr>
          <p:cNvPr id="50" name="Graphic 181">
            <a:extLst>
              <a:ext uri="{FF2B5EF4-FFF2-40B4-BE49-F238E27FC236}">
                <a16:creationId xmlns:a16="http://schemas.microsoft.com/office/drawing/2014/main" id="{915B8CC1-0D59-E9C4-D8F1-26ECF06B7C70}"/>
              </a:ext>
            </a:extLst>
          </p:cNvPr>
          <p:cNvSpPr>
            <a:spLocks noChangeAspect="1"/>
          </p:cNvSpPr>
          <p:nvPr/>
        </p:nvSpPr>
        <p:spPr>
          <a:xfrm>
            <a:off x="5622176" y="1579290"/>
            <a:ext cx="169341" cy="182880"/>
          </a:xfrm>
          <a:custGeom>
            <a:avLst/>
            <a:gdLst>
              <a:gd name="connsiteX0" fmla="*/ 120348 w 274222"/>
              <a:gd name="connsiteY0" fmla="*/ 296135 h 296146"/>
              <a:gd name="connsiteX1" fmla="*/ 106632 w 274222"/>
              <a:gd name="connsiteY1" fmla="*/ 290873 h 296146"/>
              <a:gd name="connsiteX2" fmla="*/ 99774 w 274222"/>
              <a:gd name="connsiteY2" fmla="*/ 277817 h 296146"/>
              <a:gd name="connsiteX3" fmla="*/ 95964 w 274222"/>
              <a:gd name="connsiteY3" fmla="*/ 248590 h 296146"/>
              <a:gd name="connsiteX4" fmla="*/ 83583 w 274222"/>
              <a:gd name="connsiteY4" fmla="*/ 242742 h 296146"/>
              <a:gd name="connsiteX5" fmla="*/ 71964 w 274222"/>
              <a:gd name="connsiteY5" fmla="*/ 234562 h 296146"/>
              <a:gd name="connsiteX6" fmla="*/ 45678 w 274222"/>
              <a:gd name="connsiteY6" fmla="*/ 246252 h 296146"/>
              <a:gd name="connsiteX7" fmla="*/ 31200 w 274222"/>
              <a:gd name="connsiteY7" fmla="*/ 246838 h 296146"/>
              <a:gd name="connsiteX8" fmla="*/ 20154 w 274222"/>
              <a:gd name="connsiteY8" fmla="*/ 237293 h 296146"/>
              <a:gd name="connsiteX9" fmla="*/ 2628 w 274222"/>
              <a:gd name="connsiteY9" fmla="*/ 206900 h 296146"/>
              <a:gd name="connsiteX10" fmla="*/ 531 w 274222"/>
              <a:gd name="connsiteY10" fmla="*/ 192286 h 296146"/>
              <a:gd name="connsiteX11" fmla="*/ 8340 w 274222"/>
              <a:gd name="connsiteY11" fmla="*/ 179623 h 296146"/>
              <a:gd name="connsiteX12" fmla="*/ 31200 w 274222"/>
              <a:gd name="connsiteY12" fmla="*/ 162092 h 296146"/>
              <a:gd name="connsiteX13" fmla="*/ 30249 w 274222"/>
              <a:gd name="connsiteY13" fmla="*/ 155078 h 296146"/>
              <a:gd name="connsiteX14" fmla="*/ 30060 w 274222"/>
              <a:gd name="connsiteY14" fmla="*/ 148064 h 296146"/>
              <a:gd name="connsiteX15" fmla="*/ 30249 w 274222"/>
              <a:gd name="connsiteY15" fmla="*/ 141443 h 296146"/>
              <a:gd name="connsiteX16" fmla="*/ 31200 w 274222"/>
              <a:gd name="connsiteY16" fmla="*/ 134036 h 296146"/>
              <a:gd name="connsiteX17" fmla="*/ 8340 w 274222"/>
              <a:gd name="connsiteY17" fmla="*/ 116505 h 296146"/>
              <a:gd name="connsiteX18" fmla="*/ 531 w 274222"/>
              <a:gd name="connsiteY18" fmla="*/ 103649 h 296146"/>
              <a:gd name="connsiteX19" fmla="*/ 3006 w 274222"/>
              <a:gd name="connsiteY19" fmla="*/ 89235 h 296146"/>
              <a:gd name="connsiteX20" fmla="*/ 20148 w 274222"/>
              <a:gd name="connsiteY20" fmla="*/ 59234 h 296146"/>
              <a:gd name="connsiteX21" fmla="*/ 31194 w 274222"/>
              <a:gd name="connsiteY21" fmla="*/ 49689 h 296146"/>
              <a:gd name="connsiteX22" fmla="*/ 45672 w 274222"/>
              <a:gd name="connsiteY22" fmla="*/ 50275 h 296146"/>
              <a:gd name="connsiteX23" fmla="*/ 71958 w 274222"/>
              <a:gd name="connsiteY23" fmla="*/ 61572 h 296146"/>
              <a:gd name="connsiteX24" fmla="*/ 83577 w 274222"/>
              <a:gd name="connsiteY24" fmla="*/ 53586 h 296146"/>
              <a:gd name="connsiteX25" fmla="*/ 95958 w 274222"/>
              <a:gd name="connsiteY25" fmla="*/ 47545 h 296146"/>
              <a:gd name="connsiteX26" fmla="*/ 99768 w 274222"/>
              <a:gd name="connsiteY26" fmla="*/ 18317 h 296146"/>
              <a:gd name="connsiteX27" fmla="*/ 106626 w 274222"/>
              <a:gd name="connsiteY27" fmla="*/ 5262 h 296146"/>
              <a:gd name="connsiteX28" fmla="*/ 120342 w 274222"/>
              <a:gd name="connsiteY28" fmla="*/ 0 h 296146"/>
              <a:gd name="connsiteX29" fmla="*/ 153870 w 274222"/>
              <a:gd name="connsiteY29" fmla="*/ 0 h 296146"/>
              <a:gd name="connsiteX30" fmla="*/ 167586 w 274222"/>
              <a:gd name="connsiteY30" fmla="*/ 5262 h 296146"/>
              <a:gd name="connsiteX31" fmla="*/ 174444 w 274222"/>
              <a:gd name="connsiteY31" fmla="*/ 18317 h 296146"/>
              <a:gd name="connsiteX32" fmla="*/ 178254 w 274222"/>
              <a:gd name="connsiteY32" fmla="*/ 47545 h 296146"/>
              <a:gd name="connsiteX33" fmla="*/ 190635 w 274222"/>
              <a:gd name="connsiteY33" fmla="*/ 53586 h 296146"/>
              <a:gd name="connsiteX34" fmla="*/ 201876 w 274222"/>
              <a:gd name="connsiteY34" fmla="*/ 61572 h 296146"/>
              <a:gd name="connsiteX35" fmla="*/ 228546 w 274222"/>
              <a:gd name="connsiteY35" fmla="*/ 50275 h 296146"/>
              <a:gd name="connsiteX36" fmla="*/ 243024 w 274222"/>
              <a:gd name="connsiteY36" fmla="*/ 49689 h 296146"/>
              <a:gd name="connsiteX37" fmla="*/ 254454 w 274222"/>
              <a:gd name="connsiteY37" fmla="*/ 59234 h 296146"/>
              <a:gd name="connsiteX38" fmla="*/ 271596 w 274222"/>
              <a:gd name="connsiteY38" fmla="*/ 89235 h 296146"/>
              <a:gd name="connsiteX39" fmla="*/ 273693 w 274222"/>
              <a:gd name="connsiteY39" fmla="*/ 103849 h 296146"/>
              <a:gd name="connsiteX40" fmla="*/ 265884 w 274222"/>
              <a:gd name="connsiteY40" fmla="*/ 116511 h 296146"/>
              <a:gd name="connsiteX41" fmla="*/ 242646 w 274222"/>
              <a:gd name="connsiteY41" fmla="*/ 134435 h 296146"/>
              <a:gd name="connsiteX42" fmla="*/ 243408 w 274222"/>
              <a:gd name="connsiteY42" fmla="*/ 141449 h 296146"/>
              <a:gd name="connsiteX43" fmla="*/ 243408 w 274222"/>
              <a:gd name="connsiteY43" fmla="*/ 148070 h 296146"/>
              <a:gd name="connsiteX44" fmla="*/ 243219 w 274222"/>
              <a:gd name="connsiteY44" fmla="*/ 154498 h 296146"/>
              <a:gd name="connsiteX45" fmla="*/ 242268 w 274222"/>
              <a:gd name="connsiteY45" fmla="*/ 162098 h 296146"/>
              <a:gd name="connsiteX46" fmla="*/ 265128 w 274222"/>
              <a:gd name="connsiteY46" fmla="*/ 179630 h 296146"/>
              <a:gd name="connsiteX47" fmla="*/ 273126 w 274222"/>
              <a:gd name="connsiteY47" fmla="*/ 192292 h 296146"/>
              <a:gd name="connsiteX48" fmla="*/ 270840 w 274222"/>
              <a:gd name="connsiteY48" fmla="*/ 206906 h 296146"/>
              <a:gd name="connsiteX49" fmla="*/ 253698 w 274222"/>
              <a:gd name="connsiteY49" fmla="*/ 237299 h 296146"/>
              <a:gd name="connsiteX50" fmla="*/ 242268 w 274222"/>
              <a:gd name="connsiteY50" fmla="*/ 246651 h 296146"/>
              <a:gd name="connsiteX51" fmla="*/ 227790 w 274222"/>
              <a:gd name="connsiteY51" fmla="*/ 245872 h 296146"/>
              <a:gd name="connsiteX52" fmla="*/ 201882 w 274222"/>
              <a:gd name="connsiteY52" fmla="*/ 234575 h 296146"/>
              <a:gd name="connsiteX53" fmla="*/ 190263 w 274222"/>
              <a:gd name="connsiteY53" fmla="*/ 242754 h 296146"/>
              <a:gd name="connsiteX54" fmla="*/ 178260 w 274222"/>
              <a:gd name="connsiteY54" fmla="*/ 248602 h 296146"/>
              <a:gd name="connsiteX55" fmla="*/ 174450 w 274222"/>
              <a:gd name="connsiteY55" fmla="*/ 277830 h 296146"/>
              <a:gd name="connsiteX56" fmla="*/ 167592 w 274222"/>
              <a:gd name="connsiteY56" fmla="*/ 290885 h 296146"/>
              <a:gd name="connsiteX57" fmla="*/ 153876 w 274222"/>
              <a:gd name="connsiteY57" fmla="*/ 296147 h 296146"/>
              <a:gd name="connsiteX58" fmla="*/ 120348 w 274222"/>
              <a:gd name="connsiteY58" fmla="*/ 296147 h 296146"/>
              <a:gd name="connsiteX59" fmla="*/ 137112 w 274222"/>
              <a:gd name="connsiteY59" fmla="*/ 194823 h 296146"/>
              <a:gd name="connsiteX60" fmla="*/ 169494 w 274222"/>
              <a:gd name="connsiteY60" fmla="*/ 181182 h 296146"/>
              <a:gd name="connsiteX61" fmla="*/ 182832 w 274222"/>
              <a:gd name="connsiteY61" fmla="*/ 148064 h 296146"/>
              <a:gd name="connsiteX62" fmla="*/ 169494 w 274222"/>
              <a:gd name="connsiteY62" fmla="*/ 114946 h 296146"/>
              <a:gd name="connsiteX63" fmla="*/ 137112 w 274222"/>
              <a:gd name="connsiteY63" fmla="*/ 101305 h 296146"/>
              <a:gd name="connsiteX64" fmla="*/ 104730 w 274222"/>
              <a:gd name="connsiteY64" fmla="*/ 114946 h 296146"/>
              <a:gd name="connsiteX65" fmla="*/ 91392 w 274222"/>
              <a:gd name="connsiteY65" fmla="*/ 148064 h 296146"/>
              <a:gd name="connsiteX66" fmla="*/ 104730 w 274222"/>
              <a:gd name="connsiteY66" fmla="*/ 181182 h 296146"/>
              <a:gd name="connsiteX67" fmla="*/ 137112 w 274222"/>
              <a:gd name="connsiteY67" fmla="*/ 194823 h 296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74222" h="296146">
                <a:moveTo>
                  <a:pt x="120348" y="296135"/>
                </a:moveTo>
                <a:cubicBezTo>
                  <a:pt x="115014" y="296135"/>
                  <a:pt x="110442" y="294383"/>
                  <a:pt x="106632" y="290873"/>
                </a:cubicBezTo>
                <a:cubicBezTo>
                  <a:pt x="102822" y="287363"/>
                  <a:pt x="100536" y="283017"/>
                  <a:pt x="99774" y="277817"/>
                </a:cubicBezTo>
                <a:lnTo>
                  <a:pt x="95964" y="248590"/>
                </a:lnTo>
                <a:cubicBezTo>
                  <a:pt x="91898" y="247293"/>
                  <a:pt x="87771" y="245342"/>
                  <a:pt x="83583" y="242742"/>
                </a:cubicBezTo>
                <a:cubicBezTo>
                  <a:pt x="79389" y="240148"/>
                  <a:pt x="75518" y="237418"/>
                  <a:pt x="71964" y="234562"/>
                </a:cubicBezTo>
                <a:lnTo>
                  <a:pt x="45678" y="246252"/>
                </a:lnTo>
                <a:cubicBezTo>
                  <a:pt x="40850" y="248334"/>
                  <a:pt x="36022" y="248528"/>
                  <a:pt x="31200" y="246838"/>
                </a:cubicBezTo>
                <a:cubicBezTo>
                  <a:pt x="26372" y="245148"/>
                  <a:pt x="22690" y="241969"/>
                  <a:pt x="20154" y="237293"/>
                </a:cubicBezTo>
                <a:lnTo>
                  <a:pt x="2628" y="206900"/>
                </a:lnTo>
                <a:cubicBezTo>
                  <a:pt x="86" y="202224"/>
                  <a:pt x="-609" y="197354"/>
                  <a:pt x="531" y="192286"/>
                </a:cubicBezTo>
                <a:cubicBezTo>
                  <a:pt x="1671" y="187217"/>
                  <a:pt x="4274" y="183003"/>
                  <a:pt x="8340" y="179623"/>
                </a:cubicBezTo>
                <a:lnTo>
                  <a:pt x="31200" y="162092"/>
                </a:lnTo>
                <a:cubicBezTo>
                  <a:pt x="30688" y="159754"/>
                  <a:pt x="30371" y="157416"/>
                  <a:pt x="30249" y="155078"/>
                </a:cubicBezTo>
                <a:cubicBezTo>
                  <a:pt x="30121" y="152740"/>
                  <a:pt x="30060" y="150402"/>
                  <a:pt x="30060" y="148064"/>
                </a:cubicBezTo>
                <a:cubicBezTo>
                  <a:pt x="30060" y="145988"/>
                  <a:pt x="30121" y="143775"/>
                  <a:pt x="30249" y="141443"/>
                </a:cubicBezTo>
                <a:cubicBezTo>
                  <a:pt x="30377" y="139105"/>
                  <a:pt x="30688" y="136636"/>
                  <a:pt x="31200" y="134036"/>
                </a:cubicBezTo>
                <a:lnTo>
                  <a:pt x="8340" y="116505"/>
                </a:lnTo>
                <a:cubicBezTo>
                  <a:pt x="4274" y="113132"/>
                  <a:pt x="1671" y="108843"/>
                  <a:pt x="531" y="103649"/>
                </a:cubicBezTo>
                <a:cubicBezTo>
                  <a:pt x="-615" y="98456"/>
                  <a:pt x="208" y="93649"/>
                  <a:pt x="3006" y="89235"/>
                </a:cubicBezTo>
                <a:lnTo>
                  <a:pt x="20148" y="59234"/>
                </a:lnTo>
                <a:cubicBezTo>
                  <a:pt x="22684" y="54558"/>
                  <a:pt x="26372" y="51379"/>
                  <a:pt x="31194" y="49689"/>
                </a:cubicBezTo>
                <a:cubicBezTo>
                  <a:pt x="36016" y="48000"/>
                  <a:pt x="40844" y="48199"/>
                  <a:pt x="45672" y="50275"/>
                </a:cubicBezTo>
                <a:lnTo>
                  <a:pt x="71958" y="61572"/>
                </a:lnTo>
                <a:cubicBezTo>
                  <a:pt x="75512" y="58717"/>
                  <a:pt x="79389" y="56055"/>
                  <a:pt x="83577" y="53586"/>
                </a:cubicBezTo>
                <a:cubicBezTo>
                  <a:pt x="87771" y="51117"/>
                  <a:pt x="91892" y="49103"/>
                  <a:pt x="95958" y="47545"/>
                </a:cubicBezTo>
                <a:lnTo>
                  <a:pt x="99768" y="18317"/>
                </a:lnTo>
                <a:cubicBezTo>
                  <a:pt x="100530" y="13124"/>
                  <a:pt x="102816" y="8772"/>
                  <a:pt x="106626" y="5262"/>
                </a:cubicBezTo>
                <a:cubicBezTo>
                  <a:pt x="110436" y="1752"/>
                  <a:pt x="115008" y="0"/>
                  <a:pt x="120342" y="0"/>
                </a:cubicBezTo>
                <a:lnTo>
                  <a:pt x="153870" y="0"/>
                </a:lnTo>
                <a:cubicBezTo>
                  <a:pt x="159204" y="0"/>
                  <a:pt x="163776" y="1752"/>
                  <a:pt x="167586" y="5262"/>
                </a:cubicBezTo>
                <a:cubicBezTo>
                  <a:pt x="171396" y="8772"/>
                  <a:pt x="173682" y="13124"/>
                  <a:pt x="174444" y="18317"/>
                </a:cubicBezTo>
                <a:lnTo>
                  <a:pt x="178254" y="47545"/>
                </a:lnTo>
                <a:cubicBezTo>
                  <a:pt x="182826" y="49365"/>
                  <a:pt x="186953" y="51379"/>
                  <a:pt x="190635" y="53586"/>
                </a:cubicBezTo>
                <a:cubicBezTo>
                  <a:pt x="194317" y="55793"/>
                  <a:pt x="198066" y="58455"/>
                  <a:pt x="201876" y="61572"/>
                </a:cubicBezTo>
                <a:lnTo>
                  <a:pt x="228546" y="50275"/>
                </a:lnTo>
                <a:cubicBezTo>
                  <a:pt x="233368" y="48199"/>
                  <a:pt x="238196" y="48006"/>
                  <a:pt x="243024" y="49689"/>
                </a:cubicBezTo>
                <a:cubicBezTo>
                  <a:pt x="247846" y="51379"/>
                  <a:pt x="251656" y="54558"/>
                  <a:pt x="254454" y="59234"/>
                </a:cubicBezTo>
                <a:lnTo>
                  <a:pt x="271596" y="89235"/>
                </a:lnTo>
                <a:cubicBezTo>
                  <a:pt x="274131" y="93911"/>
                  <a:pt x="274833" y="98780"/>
                  <a:pt x="273693" y="103849"/>
                </a:cubicBezTo>
                <a:cubicBezTo>
                  <a:pt x="272553" y="108917"/>
                  <a:pt x="269944" y="113138"/>
                  <a:pt x="265884" y="116511"/>
                </a:cubicBezTo>
                <a:lnTo>
                  <a:pt x="242646" y="134435"/>
                </a:lnTo>
                <a:cubicBezTo>
                  <a:pt x="243152" y="137035"/>
                  <a:pt x="243408" y="139373"/>
                  <a:pt x="243408" y="141449"/>
                </a:cubicBezTo>
                <a:lnTo>
                  <a:pt x="243408" y="148070"/>
                </a:lnTo>
                <a:cubicBezTo>
                  <a:pt x="243408" y="150153"/>
                  <a:pt x="243341" y="152297"/>
                  <a:pt x="243219" y="154498"/>
                </a:cubicBezTo>
                <a:cubicBezTo>
                  <a:pt x="243091" y="156705"/>
                  <a:pt x="242774" y="159243"/>
                  <a:pt x="242268" y="162098"/>
                </a:cubicBezTo>
                <a:lnTo>
                  <a:pt x="265128" y="179630"/>
                </a:lnTo>
                <a:cubicBezTo>
                  <a:pt x="269188" y="183009"/>
                  <a:pt x="271858" y="187230"/>
                  <a:pt x="273126" y="192292"/>
                </a:cubicBezTo>
                <a:cubicBezTo>
                  <a:pt x="274394" y="197354"/>
                  <a:pt x="273632" y="202230"/>
                  <a:pt x="270840" y="206906"/>
                </a:cubicBezTo>
                <a:lnTo>
                  <a:pt x="253698" y="237299"/>
                </a:lnTo>
                <a:cubicBezTo>
                  <a:pt x="250900" y="241719"/>
                  <a:pt x="247090" y="244837"/>
                  <a:pt x="242268" y="246651"/>
                </a:cubicBezTo>
                <a:cubicBezTo>
                  <a:pt x="237440" y="248471"/>
                  <a:pt x="232612" y="248210"/>
                  <a:pt x="227790" y="245872"/>
                </a:cubicBezTo>
                <a:lnTo>
                  <a:pt x="201882" y="234575"/>
                </a:lnTo>
                <a:cubicBezTo>
                  <a:pt x="198072" y="237692"/>
                  <a:pt x="194195" y="240423"/>
                  <a:pt x="190263" y="242754"/>
                </a:cubicBezTo>
                <a:cubicBezTo>
                  <a:pt x="186325" y="245092"/>
                  <a:pt x="182320" y="247044"/>
                  <a:pt x="178260" y="248602"/>
                </a:cubicBezTo>
                <a:lnTo>
                  <a:pt x="174450" y="277830"/>
                </a:lnTo>
                <a:cubicBezTo>
                  <a:pt x="173688" y="283029"/>
                  <a:pt x="171402" y="287375"/>
                  <a:pt x="167592" y="290885"/>
                </a:cubicBezTo>
                <a:cubicBezTo>
                  <a:pt x="163782" y="294395"/>
                  <a:pt x="159210" y="296147"/>
                  <a:pt x="153876" y="296147"/>
                </a:cubicBezTo>
                <a:lnTo>
                  <a:pt x="120348" y="296147"/>
                </a:lnTo>
                <a:close/>
                <a:moveTo>
                  <a:pt x="137112" y="194823"/>
                </a:moveTo>
                <a:cubicBezTo>
                  <a:pt x="149810" y="194823"/>
                  <a:pt x="160606" y="190278"/>
                  <a:pt x="169494" y="181182"/>
                </a:cubicBezTo>
                <a:cubicBezTo>
                  <a:pt x="178382" y="172086"/>
                  <a:pt x="182832" y="161051"/>
                  <a:pt x="182832" y="148064"/>
                </a:cubicBezTo>
                <a:cubicBezTo>
                  <a:pt x="182832" y="135078"/>
                  <a:pt x="178388" y="124036"/>
                  <a:pt x="169494" y="114946"/>
                </a:cubicBezTo>
                <a:cubicBezTo>
                  <a:pt x="160600" y="105856"/>
                  <a:pt x="149810" y="101305"/>
                  <a:pt x="137112" y="101305"/>
                </a:cubicBezTo>
                <a:cubicBezTo>
                  <a:pt x="124414" y="101305"/>
                  <a:pt x="113618" y="105850"/>
                  <a:pt x="104730" y="114946"/>
                </a:cubicBezTo>
                <a:cubicBezTo>
                  <a:pt x="95842" y="124042"/>
                  <a:pt x="91392" y="135078"/>
                  <a:pt x="91392" y="148064"/>
                </a:cubicBezTo>
                <a:cubicBezTo>
                  <a:pt x="91392" y="161051"/>
                  <a:pt x="95836" y="172092"/>
                  <a:pt x="104730" y="181182"/>
                </a:cubicBezTo>
                <a:cubicBezTo>
                  <a:pt x="113618" y="190278"/>
                  <a:pt x="124414" y="194823"/>
                  <a:pt x="137112" y="194823"/>
                </a:cubicBezTo>
                <a:close/>
              </a:path>
            </a:pathLst>
          </a:custGeom>
          <a:solidFill>
            <a:schemeClr val="accent1"/>
          </a:solidFill>
          <a:ln w="5927" cap="flat">
            <a:noFill/>
            <a:prstDash val="solid"/>
            <a:miter/>
          </a:ln>
        </p:spPr>
        <p:txBody>
          <a:bodyPr rtlCol="0" anchor="ctr"/>
          <a:lstStyle/>
          <a:p>
            <a:endParaRPr lang="en-US"/>
          </a:p>
        </p:txBody>
      </p:sp>
      <p:sp>
        <p:nvSpPr>
          <p:cNvPr id="52" name="Graphic 120">
            <a:extLst>
              <a:ext uri="{FF2B5EF4-FFF2-40B4-BE49-F238E27FC236}">
                <a16:creationId xmlns:a16="http://schemas.microsoft.com/office/drawing/2014/main" id="{EB358F4F-7698-4790-353B-B58713E32949}"/>
              </a:ext>
            </a:extLst>
          </p:cNvPr>
          <p:cNvSpPr>
            <a:spLocks noChangeAspect="1"/>
          </p:cNvSpPr>
          <p:nvPr/>
        </p:nvSpPr>
        <p:spPr>
          <a:xfrm>
            <a:off x="7472637" y="1616578"/>
            <a:ext cx="182880" cy="161309"/>
          </a:xfrm>
          <a:custGeom>
            <a:avLst/>
            <a:gdLst>
              <a:gd name="connsiteX0" fmla="*/ 0 w 485552"/>
              <a:gd name="connsiteY0" fmla="*/ 343206 h 428279"/>
              <a:gd name="connsiteX1" fmla="*/ 0 w 485552"/>
              <a:gd name="connsiteY1" fmla="*/ 290996 h 428279"/>
              <a:gd name="connsiteX2" fmla="*/ 9463 w 485552"/>
              <a:gd name="connsiteY2" fmla="*/ 258432 h 428279"/>
              <a:gd name="connsiteX3" fmla="*/ 34899 w 485552"/>
              <a:gd name="connsiteY3" fmla="*/ 236429 h 428279"/>
              <a:gd name="connsiteX4" fmla="*/ 102614 w 485552"/>
              <a:gd name="connsiteY4" fmla="*/ 211197 h 428279"/>
              <a:gd name="connsiteX5" fmla="*/ 177426 w 485552"/>
              <a:gd name="connsiteY5" fmla="*/ 202392 h 428279"/>
              <a:gd name="connsiteX6" fmla="*/ 227106 w 485552"/>
              <a:gd name="connsiteY6" fmla="*/ 206203 h 428279"/>
              <a:gd name="connsiteX7" fmla="*/ 273237 w 485552"/>
              <a:gd name="connsiteY7" fmla="*/ 217055 h 428279"/>
              <a:gd name="connsiteX8" fmla="*/ 234496 w 485552"/>
              <a:gd name="connsiteY8" fmla="*/ 274259 h 428279"/>
              <a:gd name="connsiteX9" fmla="*/ 225327 w 485552"/>
              <a:gd name="connsiteY9" fmla="*/ 343197 h 428279"/>
              <a:gd name="connsiteX10" fmla="*/ 0 w 485552"/>
              <a:gd name="connsiteY10" fmla="*/ 343197 h 428279"/>
              <a:gd name="connsiteX11" fmla="*/ 177426 w 485552"/>
              <a:gd name="connsiteY11" fmla="*/ 164272 h 428279"/>
              <a:gd name="connsiteX12" fmla="*/ 118871 w 485552"/>
              <a:gd name="connsiteY12" fmla="*/ 140222 h 428279"/>
              <a:gd name="connsiteX13" fmla="*/ 94627 w 485552"/>
              <a:gd name="connsiteY13" fmla="*/ 82136 h 428279"/>
              <a:gd name="connsiteX14" fmla="*/ 118871 w 485552"/>
              <a:gd name="connsiteY14" fmla="*/ 24049 h 428279"/>
              <a:gd name="connsiteX15" fmla="*/ 177426 w 485552"/>
              <a:gd name="connsiteY15" fmla="*/ 0 h 428279"/>
              <a:gd name="connsiteX16" fmla="*/ 235982 w 485552"/>
              <a:gd name="connsiteY16" fmla="*/ 24049 h 428279"/>
              <a:gd name="connsiteX17" fmla="*/ 260225 w 485552"/>
              <a:gd name="connsiteY17" fmla="*/ 82136 h 428279"/>
              <a:gd name="connsiteX18" fmla="*/ 235982 w 485552"/>
              <a:gd name="connsiteY18" fmla="*/ 140222 h 428279"/>
              <a:gd name="connsiteX19" fmla="*/ 177426 w 485552"/>
              <a:gd name="connsiteY19" fmla="*/ 164272 h 428279"/>
              <a:gd name="connsiteX20" fmla="*/ 378510 w 485552"/>
              <a:gd name="connsiteY20" fmla="*/ 428280 h 428279"/>
              <a:gd name="connsiteX21" fmla="*/ 302808 w 485552"/>
              <a:gd name="connsiteY21" fmla="*/ 397190 h 428279"/>
              <a:gd name="connsiteX22" fmla="*/ 271467 w 485552"/>
              <a:gd name="connsiteY22" fmla="*/ 322095 h 428279"/>
              <a:gd name="connsiteX23" fmla="*/ 302808 w 485552"/>
              <a:gd name="connsiteY23" fmla="*/ 246417 h 428279"/>
              <a:gd name="connsiteX24" fmla="*/ 378510 w 485552"/>
              <a:gd name="connsiteY24" fmla="*/ 215327 h 428279"/>
              <a:gd name="connsiteX25" fmla="*/ 454505 w 485552"/>
              <a:gd name="connsiteY25" fmla="*/ 246417 h 428279"/>
              <a:gd name="connsiteX26" fmla="*/ 485552 w 485552"/>
              <a:gd name="connsiteY26" fmla="*/ 322095 h 428279"/>
              <a:gd name="connsiteX27" fmla="*/ 454505 w 485552"/>
              <a:gd name="connsiteY27" fmla="*/ 397190 h 428279"/>
              <a:gd name="connsiteX28" fmla="*/ 378510 w 485552"/>
              <a:gd name="connsiteY28" fmla="*/ 428280 h 428279"/>
              <a:gd name="connsiteX29" fmla="*/ 298663 w 485552"/>
              <a:gd name="connsiteY29" fmla="*/ 164272 h 428279"/>
              <a:gd name="connsiteX30" fmla="*/ 295115 w 485552"/>
              <a:gd name="connsiteY30" fmla="*/ 151956 h 428279"/>
              <a:gd name="connsiteX31" fmla="*/ 286835 w 485552"/>
              <a:gd name="connsiteY31" fmla="*/ 137294 h 428279"/>
              <a:gd name="connsiteX32" fmla="*/ 299846 w 485552"/>
              <a:gd name="connsiteY32" fmla="*/ 98863 h 428279"/>
              <a:gd name="connsiteX33" fmla="*/ 298663 w 485552"/>
              <a:gd name="connsiteY33" fmla="*/ 58086 h 428279"/>
              <a:gd name="connsiteX34" fmla="*/ 293345 w 485552"/>
              <a:gd name="connsiteY34" fmla="*/ 28752 h 428279"/>
              <a:gd name="connsiteX35" fmla="*/ 278564 w 485552"/>
              <a:gd name="connsiteY35" fmla="*/ 2938 h 428279"/>
              <a:gd name="connsiteX36" fmla="*/ 306063 w 485552"/>
              <a:gd name="connsiteY36" fmla="*/ 7632 h 428279"/>
              <a:gd name="connsiteX37" fmla="*/ 323512 w 485552"/>
              <a:gd name="connsiteY37" fmla="*/ 24641 h 428279"/>
              <a:gd name="connsiteX38" fmla="*/ 357219 w 485552"/>
              <a:gd name="connsiteY38" fmla="*/ 58668 h 428279"/>
              <a:gd name="connsiteX39" fmla="*/ 357219 w 485552"/>
              <a:gd name="connsiteY39" fmla="*/ 106777 h 428279"/>
              <a:gd name="connsiteX40" fmla="*/ 340072 w 485552"/>
              <a:gd name="connsiteY40" fmla="*/ 147253 h 428279"/>
              <a:gd name="connsiteX41" fmla="*/ 298673 w 485552"/>
              <a:gd name="connsiteY41" fmla="*/ 164262 h 428279"/>
              <a:gd name="connsiteX42" fmla="*/ 363133 w 485552"/>
              <a:gd name="connsiteY42" fmla="*/ 377243 h 428279"/>
              <a:gd name="connsiteX43" fmla="*/ 438248 w 485552"/>
              <a:gd name="connsiteY43" fmla="*/ 302729 h 428279"/>
              <a:gd name="connsiteX44" fmla="*/ 423467 w 485552"/>
              <a:gd name="connsiteY44" fmla="*/ 288067 h 428279"/>
              <a:gd name="connsiteX45" fmla="*/ 363142 w 485552"/>
              <a:gd name="connsiteY45" fmla="*/ 347317 h 428279"/>
              <a:gd name="connsiteX46" fmla="*/ 332975 w 485552"/>
              <a:gd name="connsiteY46" fmla="*/ 317392 h 428279"/>
              <a:gd name="connsiteX47" fmla="*/ 318194 w 485552"/>
              <a:gd name="connsiteY47" fmla="*/ 332054 h 428279"/>
              <a:gd name="connsiteX48" fmla="*/ 363142 w 485552"/>
              <a:gd name="connsiteY48" fmla="*/ 377224 h 428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85552" h="428279">
                <a:moveTo>
                  <a:pt x="0" y="343206"/>
                </a:moveTo>
                <a:lnTo>
                  <a:pt x="0" y="290996"/>
                </a:lnTo>
                <a:cubicBezTo>
                  <a:pt x="0" y="278877"/>
                  <a:pt x="3151" y="268026"/>
                  <a:pt x="9463" y="258432"/>
                </a:cubicBezTo>
                <a:cubicBezTo>
                  <a:pt x="15765" y="248848"/>
                  <a:pt x="24244" y="241517"/>
                  <a:pt x="34899" y="236429"/>
                </a:cubicBezTo>
                <a:cubicBezTo>
                  <a:pt x="57373" y="225484"/>
                  <a:pt x="79941" y="217073"/>
                  <a:pt x="102614" y="211197"/>
                </a:cubicBezTo>
                <a:cubicBezTo>
                  <a:pt x="125287" y="205330"/>
                  <a:pt x="150221" y="202392"/>
                  <a:pt x="177426" y="202392"/>
                </a:cubicBezTo>
                <a:cubicBezTo>
                  <a:pt x="194772" y="202392"/>
                  <a:pt x="211331" y="203669"/>
                  <a:pt x="227106" y="206203"/>
                </a:cubicBezTo>
                <a:cubicBezTo>
                  <a:pt x="242871" y="208747"/>
                  <a:pt x="258248" y="212361"/>
                  <a:pt x="273237" y="217055"/>
                </a:cubicBezTo>
                <a:cubicBezTo>
                  <a:pt x="255494" y="233097"/>
                  <a:pt x="242577" y="252162"/>
                  <a:pt x="234496" y="274259"/>
                </a:cubicBezTo>
                <a:cubicBezTo>
                  <a:pt x="226415" y="296356"/>
                  <a:pt x="223349" y="319344"/>
                  <a:pt x="225327" y="343197"/>
                </a:cubicBezTo>
                <a:lnTo>
                  <a:pt x="0" y="343197"/>
                </a:lnTo>
                <a:close/>
                <a:moveTo>
                  <a:pt x="177426" y="164272"/>
                </a:moveTo>
                <a:cubicBezTo>
                  <a:pt x="154555" y="164272"/>
                  <a:pt x="135043" y="156255"/>
                  <a:pt x="118871" y="140222"/>
                </a:cubicBezTo>
                <a:cubicBezTo>
                  <a:pt x="102699" y="124189"/>
                  <a:pt x="94627" y="104824"/>
                  <a:pt x="94627" y="82136"/>
                </a:cubicBezTo>
                <a:cubicBezTo>
                  <a:pt x="94627" y="59448"/>
                  <a:pt x="102709" y="40092"/>
                  <a:pt x="118871" y="24049"/>
                </a:cubicBezTo>
                <a:cubicBezTo>
                  <a:pt x="135033" y="8007"/>
                  <a:pt x="154555" y="0"/>
                  <a:pt x="177426" y="0"/>
                </a:cubicBezTo>
                <a:cubicBezTo>
                  <a:pt x="200298" y="0"/>
                  <a:pt x="219810" y="8016"/>
                  <a:pt x="235982" y="24049"/>
                </a:cubicBezTo>
                <a:cubicBezTo>
                  <a:pt x="252144" y="40092"/>
                  <a:pt x="260225" y="59448"/>
                  <a:pt x="260225" y="82136"/>
                </a:cubicBezTo>
                <a:cubicBezTo>
                  <a:pt x="260225" y="104824"/>
                  <a:pt x="252144" y="124180"/>
                  <a:pt x="235982" y="140222"/>
                </a:cubicBezTo>
                <a:cubicBezTo>
                  <a:pt x="219820" y="156265"/>
                  <a:pt x="200298" y="164272"/>
                  <a:pt x="177426" y="164272"/>
                </a:cubicBezTo>
                <a:close/>
                <a:moveTo>
                  <a:pt x="378510" y="428280"/>
                </a:moveTo>
                <a:cubicBezTo>
                  <a:pt x="348939" y="428280"/>
                  <a:pt x="323702" y="417917"/>
                  <a:pt x="302808" y="397190"/>
                </a:cubicBezTo>
                <a:cubicBezTo>
                  <a:pt x="281905" y="376464"/>
                  <a:pt x="271467" y="351429"/>
                  <a:pt x="271467" y="322095"/>
                </a:cubicBezTo>
                <a:cubicBezTo>
                  <a:pt x="271467" y="292376"/>
                  <a:pt x="281914" y="267143"/>
                  <a:pt x="302808" y="246417"/>
                </a:cubicBezTo>
                <a:cubicBezTo>
                  <a:pt x="323702" y="225691"/>
                  <a:pt x="348939" y="215327"/>
                  <a:pt x="378510" y="215327"/>
                </a:cubicBezTo>
                <a:cubicBezTo>
                  <a:pt x="408469" y="215327"/>
                  <a:pt x="433810" y="225691"/>
                  <a:pt x="454505" y="246417"/>
                </a:cubicBezTo>
                <a:cubicBezTo>
                  <a:pt x="475210" y="267153"/>
                  <a:pt x="485552" y="292376"/>
                  <a:pt x="485552" y="322095"/>
                </a:cubicBezTo>
                <a:cubicBezTo>
                  <a:pt x="485552" y="351429"/>
                  <a:pt x="475200" y="376464"/>
                  <a:pt x="454505" y="397190"/>
                </a:cubicBezTo>
                <a:cubicBezTo>
                  <a:pt x="433801" y="417926"/>
                  <a:pt x="408469" y="428280"/>
                  <a:pt x="378510" y="428280"/>
                </a:cubicBezTo>
                <a:close/>
                <a:moveTo>
                  <a:pt x="298663" y="164272"/>
                </a:moveTo>
                <a:cubicBezTo>
                  <a:pt x="299051" y="160752"/>
                  <a:pt x="297868" y="156650"/>
                  <a:pt x="295115" y="151956"/>
                </a:cubicBezTo>
                <a:cubicBezTo>
                  <a:pt x="292352" y="147263"/>
                  <a:pt x="289588" y="142372"/>
                  <a:pt x="286835" y="137294"/>
                </a:cubicBezTo>
                <a:cubicBezTo>
                  <a:pt x="293534" y="125175"/>
                  <a:pt x="297868" y="112362"/>
                  <a:pt x="299846" y="98863"/>
                </a:cubicBezTo>
                <a:cubicBezTo>
                  <a:pt x="301814" y="85365"/>
                  <a:pt x="301417" y="71782"/>
                  <a:pt x="298663" y="58086"/>
                </a:cubicBezTo>
                <a:cubicBezTo>
                  <a:pt x="298663" y="47920"/>
                  <a:pt x="296884" y="38139"/>
                  <a:pt x="293345" y="28752"/>
                </a:cubicBezTo>
                <a:cubicBezTo>
                  <a:pt x="289806" y="19365"/>
                  <a:pt x="284866" y="10767"/>
                  <a:pt x="278564" y="2938"/>
                </a:cubicBezTo>
                <a:cubicBezTo>
                  <a:pt x="288812" y="1765"/>
                  <a:pt x="297982" y="3332"/>
                  <a:pt x="306063" y="7632"/>
                </a:cubicBezTo>
                <a:cubicBezTo>
                  <a:pt x="314144" y="11940"/>
                  <a:pt x="319964" y="17601"/>
                  <a:pt x="323512" y="24641"/>
                </a:cubicBezTo>
                <a:cubicBezTo>
                  <a:pt x="339277" y="31296"/>
                  <a:pt x="350519" y="42636"/>
                  <a:pt x="357219" y="58668"/>
                </a:cubicBezTo>
                <a:cubicBezTo>
                  <a:pt x="363918" y="74711"/>
                  <a:pt x="363918" y="90744"/>
                  <a:pt x="357219" y="106777"/>
                </a:cubicBezTo>
                <a:cubicBezTo>
                  <a:pt x="357219" y="122425"/>
                  <a:pt x="351503" y="135914"/>
                  <a:pt x="340072" y="147253"/>
                </a:cubicBezTo>
                <a:cubicBezTo>
                  <a:pt x="328641" y="158593"/>
                  <a:pt x="314835" y="164262"/>
                  <a:pt x="298673" y="164262"/>
                </a:cubicBezTo>
                <a:close/>
                <a:moveTo>
                  <a:pt x="363133" y="377243"/>
                </a:moveTo>
                <a:lnTo>
                  <a:pt x="438248" y="302729"/>
                </a:lnTo>
                <a:lnTo>
                  <a:pt x="423467" y="288067"/>
                </a:lnTo>
                <a:lnTo>
                  <a:pt x="363142" y="347317"/>
                </a:lnTo>
                <a:lnTo>
                  <a:pt x="332975" y="317392"/>
                </a:lnTo>
                <a:lnTo>
                  <a:pt x="318194" y="332054"/>
                </a:lnTo>
                <a:lnTo>
                  <a:pt x="363142" y="377224"/>
                </a:lnTo>
                <a:close/>
              </a:path>
            </a:pathLst>
          </a:custGeom>
          <a:solidFill>
            <a:schemeClr val="accent1"/>
          </a:solidFill>
          <a:ln w="9338" cap="flat">
            <a:noFill/>
            <a:prstDash val="solid"/>
            <a:miter/>
          </a:ln>
        </p:spPr>
        <p:txBody>
          <a:bodyPr rtlCol="0" anchor="ctr"/>
          <a:lstStyle/>
          <a:p>
            <a:endParaRPr lang="en-US"/>
          </a:p>
        </p:txBody>
      </p:sp>
      <p:sp>
        <p:nvSpPr>
          <p:cNvPr id="9" name="TextBox 3">
            <a:extLst>
              <a:ext uri="{FF2B5EF4-FFF2-40B4-BE49-F238E27FC236}">
                <a16:creationId xmlns:a16="http://schemas.microsoft.com/office/drawing/2014/main" id="{0C75FE5C-FFBA-4562-8FEA-2A6EE04B6C1C}"/>
              </a:ext>
            </a:extLst>
          </p:cNvPr>
          <p:cNvSpPr txBox="1"/>
          <p:nvPr/>
        </p:nvSpPr>
        <p:spPr>
          <a:xfrm>
            <a:off x="2439909" y="547389"/>
            <a:ext cx="4572000" cy="307777"/>
          </a:xfrm>
          <a:prstGeom prst="rect">
            <a:avLst/>
          </a:prstGeom>
          <a:noFill/>
        </p:spPr>
        <p:txBody>
          <a:bodyPr wrap="square" rtlCol="0">
            <a:spAutoFit/>
          </a:bodyPr>
          <a:lstStyle>
            <a:defPPr>
              <a:defRPr lang="en-US"/>
            </a:defPPr>
            <a:lvl1pPr marL="0" algn="l" defTabSz="685800" rtl="0" eaLnBrk="1" latinLnBrk="0" hangingPunct="1">
              <a:defRPr sz="1400" kern="1200">
                <a:solidFill>
                  <a:schemeClr val="accent1"/>
                </a:solidFill>
                <a:effectLst/>
                <a:latin typeface="Arial Nova Light" panose="020B0304020202020204" pitchFamily="34"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dirty="0"/>
              <a:t>A partner for your AI journey </a:t>
            </a:r>
          </a:p>
        </p:txBody>
      </p:sp>
    </p:spTree>
    <p:extLst>
      <p:ext uri="{BB962C8B-B14F-4D97-AF65-F5344CB8AC3E}">
        <p14:creationId xmlns:p14="http://schemas.microsoft.com/office/powerpoint/2010/main" val="2174232257"/>
      </p:ext>
    </p:extLst>
  </p:cSld>
  <p:clrMapOvr>
    <a:masterClrMapping/>
  </p:clrMapOvr>
</p:sld>
</file>

<file path=ppt/theme/theme1.xml><?xml version="1.0" encoding="utf-8"?>
<a:theme xmlns:a="http://schemas.openxmlformats.org/drawingml/2006/main" name="Acumatica 2016 Theme">
  <a:themeElements>
    <a:clrScheme name="Custom 1">
      <a:dk1>
        <a:srgbClr val="000000"/>
      </a:dk1>
      <a:lt1>
        <a:srgbClr val="FFFFFF"/>
      </a:lt1>
      <a:dk2>
        <a:srgbClr val="000033"/>
      </a:dk2>
      <a:lt2>
        <a:srgbClr val="BFBFBF"/>
      </a:lt2>
      <a:accent1>
        <a:srgbClr val="000033"/>
      </a:accent1>
      <a:accent2>
        <a:srgbClr val="BFBFBF"/>
      </a:accent2>
      <a:accent3>
        <a:srgbClr val="33CCFF"/>
      </a:accent3>
      <a:accent4>
        <a:srgbClr val="6666FF"/>
      </a:accent4>
      <a:accent5>
        <a:srgbClr val="D1D1D4"/>
      </a:accent5>
      <a:accent6>
        <a:srgbClr val="DEFFD2"/>
      </a:accent6>
      <a:hlink>
        <a:srgbClr val="000033"/>
      </a:hlink>
      <a:folHlink>
        <a:srgbClr val="0000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400" dirty="0" err="1" smtClean="0"/>
        </a:defPPr>
      </a:lstStyle>
    </a:txDef>
  </a:objectDefaults>
  <a:extraClrSchemeLst/>
  <a:extLst>
    <a:ext uri="{05A4C25C-085E-4340-85A3-A5531E510DB2}">
      <thm15:themeFamily xmlns:thm15="http://schemas.microsoft.com/office/thememl/2012/main" name="Presentation3" id="{2A304B32-4E1B-6549-818C-C5ED99DF5A56}" vid="{0822B46D-907E-B54D-B17F-898D4B4AC220}"/>
    </a:ext>
  </a:extLst>
</a:theme>
</file>

<file path=ppt/theme/theme2.xml><?xml version="1.0" encoding="utf-8"?>
<a:theme xmlns:a="http://schemas.openxmlformats.org/drawingml/2006/main" name="1_Acumatica 2016 Theme">
  <a:themeElements>
    <a:clrScheme name="Acu Drew">
      <a:dk1>
        <a:srgbClr val="0C1B3B"/>
      </a:dk1>
      <a:lt1>
        <a:srgbClr val="FFFFFF"/>
      </a:lt1>
      <a:dk2>
        <a:srgbClr val="0C1B3B"/>
      </a:dk2>
      <a:lt2>
        <a:srgbClr val="E1E4E9"/>
      </a:lt2>
      <a:accent1>
        <a:srgbClr val="33CCFF"/>
      </a:accent1>
      <a:accent2>
        <a:srgbClr val="A9B4C3"/>
      </a:accent2>
      <a:accent3>
        <a:srgbClr val="798799"/>
      </a:accent3>
      <a:accent4>
        <a:srgbClr val="FF9326"/>
      </a:accent4>
      <a:accent5>
        <a:srgbClr val="445062"/>
      </a:accent5>
      <a:accent6>
        <a:srgbClr val="004980"/>
      </a:accent6>
      <a:hlink>
        <a:srgbClr val="33CCFF"/>
      </a:hlink>
      <a:folHlink>
        <a:srgbClr val="159DC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400" dirty="0" err="1" smtClean="0"/>
        </a:defPPr>
      </a:lstStyle>
    </a:txDef>
  </a:objectDefaults>
  <a:extraClrSchemeLst/>
  <a:extLst>
    <a:ext uri="{05A4C25C-085E-4340-85A3-A5531E510DB2}">
      <thm15:themeFamily xmlns:thm15="http://schemas.microsoft.com/office/thememl/2012/main" name="Presentation3" id="{2A304B32-4E1B-6549-818C-C5ED99DF5A56}" vid="{0822B46D-907E-B54D-B17F-898D4B4AC22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D2FE7DFBF12049B0CAD6AF93422EA2" ma:contentTypeVersion="9" ma:contentTypeDescription="Create a new document." ma:contentTypeScope="" ma:versionID="73f559a06dba7723c9519d3b5fa37a48">
  <xsd:schema xmlns:xsd="http://www.w3.org/2001/XMLSchema" xmlns:xs="http://www.w3.org/2001/XMLSchema" xmlns:p="http://schemas.microsoft.com/office/2006/metadata/properties" xmlns:ns2="0aafa653-6ca0-4480-bb9f-0289a87808c6" targetNamespace="http://schemas.microsoft.com/office/2006/metadata/properties" ma:root="true" ma:fieldsID="5707b1da04947e388ee5f090a58daf3f" ns2:_="">
    <xsd:import namespace="0aafa653-6ca0-4480-bb9f-0289a87808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afa653-6ca0-4480-bb9f-0289a87808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8C58E2-E652-4AFE-847F-F8AE239BCF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afa653-6ca0-4480-bb9f-0289a87808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1AC0F76-AE9B-4667-A98E-3CCAA0CBE60D}">
  <ds:schemaRefs>
    <ds:schemaRef ds:uri="http://schemas.microsoft.com/office/2006/documentManagement/types"/>
    <ds:schemaRef ds:uri="http://www.w3.org/XML/1998/namespace"/>
    <ds:schemaRef ds:uri="http://purl.org/dc/terms/"/>
    <ds:schemaRef ds:uri="http://schemas.microsoft.com/office/2006/metadata/properties"/>
    <ds:schemaRef ds:uri="0aafa653-6ca0-4480-bb9f-0289a87808c6"/>
    <ds:schemaRef ds:uri="http://purl.org/dc/dcmitype/"/>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EB9C48E2-2A2E-4448-BE7D-BE18CCB71F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0319_CorporateSlideDeck_Acumatica</Template>
  <TotalTime>19878</TotalTime>
  <Words>866</Words>
  <Application>Microsoft Office PowerPoint</Application>
  <PresentationFormat>On-screen Show (16:9)</PresentationFormat>
  <Paragraphs>113</Paragraphs>
  <Slides>5</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vt:i4>
      </vt:variant>
    </vt:vector>
  </HeadingPairs>
  <TitlesOfParts>
    <vt:vector size="12" baseType="lpstr">
      <vt:lpstr>Arial</vt:lpstr>
      <vt:lpstr>Calibri</vt:lpstr>
      <vt:lpstr>Roboto</vt:lpstr>
      <vt:lpstr>Roboto Light</vt:lpstr>
      <vt:lpstr>Wingdings</vt:lpstr>
      <vt:lpstr>Acumatica 2016 Theme</vt:lpstr>
      <vt:lpstr>1_Acumatica 2016 Theme</vt:lpstr>
      <vt:lpstr>Acumatica's Technology Vision: AI That Works for You </vt:lpstr>
      <vt:lpstr>Acumatica’s AI First Architecture</vt:lpstr>
      <vt:lpstr>AI Cloud Services Architecture</vt:lpstr>
      <vt:lpstr>Current and Future AI Innovations</vt:lpstr>
      <vt:lpstr>Acumatica AI Vision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dc:title>
  <dc:creator>Doug Johnson</dc:creator>
  <cp:lastModifiedBy>Scott Nelson</cp:lastModifiedBy>
  <cp:revision>93</cp:revision>
  <cp:lastPrinted>2025-10-14T18:52:54Z</cp:lastPrinted>
  <dcterms:created xsi:type="dcterms:W3CDTF">2019-03-06T22:34:43Z</dcterms:created>
  <dcterms:modified xsi:type="dcterms:W3CDTF">2026-04-22T13:36:58Z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0x01010015D2FE7DFBF12049B0CAD6AF93422EA2</vt:lpwstr>
  </property>
  <property fmtid="{D5CDD505-2E9C-101B-9397-08002B2CF9AE}" pid="3" name="MediaServiceImageTags">
    <vt:lpwstr/>
  </property>
</Properties>
</file>